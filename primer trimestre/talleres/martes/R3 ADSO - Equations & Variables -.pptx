
<file path=[Content_Types].xml><?xml version="1.0" encoding="utf-8"?>
<Types xmlns="http://schemas.openxmlformats.org/package/2006/content-types">
  <Default Extension="aac" ContentType="audio/aac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1" r:id="rId2"/>
    <p:sldId id="31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74" autoAdjust="0"/>
    <p:restoredTop sz="94660"/>
  </p:normalViewPr>
  <p:slideViewPr>
    <p:cSldViewPr snapToGrid="0">
      <p:cViewPr varScale="1">
        <p:scale>
          <a:sx n="49" d="100"/>
          <a:sy n="49" d="100"/>
        </p:scale>
        <p:origin x="115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197C5-33AC-40DB-9DE8-4B1A74EB92A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84D98-67D1-4675-BFC1-B56F8AEF17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18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D7F38-29F4-4098-A2EC-16A541AE2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F58F9-4067-41E4-A182-2759D3EBDC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250D1-6548-4C41-844C-C15248A20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B7772-387D-4307-B481-AE6ED119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25B76-8208-4391-8320-C3DAD7152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54276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5E9AC-3DFF-4661-9B89-F40499725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D8D9A-6AAD-45E9-9911-D7E908550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9B97F-B983-44B6-B511-E127DF5FA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BA89B-7E12-4C57-B090-44A72FB77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CD5CE-055F-47F2-B3A8-F23D5AC4F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846056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53DC6-78B4-4B80-AE19-92BAB6AEF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F9BAB-777D-4438-B475-C58FAE542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D3933-D490-49A0-94B8-62038D52B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77778-8388-48D7-B415-5B4784098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FC2FB-4E18-41D7-A5C2-C6003B7A6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733897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3A85A-F5B1-46A4-B5AB-D57F9AFA9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F5C9F-D196-4DCE-9AD5-8E1D539F2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5EEFE-F8F1-40F8-99E0-ADB9521FC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0A600-F26A-4220-A969-B100E186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59EABD-9779-4D3A-847F-A73A96304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B02F8-A219-4564-897B-8D3AE2560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90112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DC1CC-FA0D-448F-8241-8E84845EB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D61EB-568E-4BA8-9766-3E929DC5B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B2CC4B-54A0-477C-88DA-6BFB9393E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EC7EF8-0498-414C-97CB-EE438D9B9E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6594C5-5F12-44E2-91C5-0667ADD3A6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FB527-7C13-4357-BE02-46EEC2E27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3D87D8-353D-4E09-9800-644C806AD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D8C7AB-3FA3-466D-B9FA-5EE924538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85862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A8E85-1106-43DE-B185-E47E888E2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F541FD-0630-4D84-8D6B-F00D39D5E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38BBEC-9F9E-4202-8296-4B74BB392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BBCF5-900B-4392-9241-E9D7CD3A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05190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C6A4BF-9D54-4902-9EC7-FC4224341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A2A842-81DC-4570-A784-DEF851D40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FD7E8-EB82-4457-A4B5-992D5DC7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65331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F0FEE-4E5B-40BD-A005-8C1B53642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5DB82-CB76-4759-B39C-D3A0ABC95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41CB8-35EA-4905-A744-69405FB4D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6152E-80CE-4865-9BDF-C8422E8BC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25B1A-3AF9-4911-9BD5-25DE5FC9A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BD2AF-0C1C-4843-984C-13E15E83D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47175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2168F-D8CB-4557-9339-F897168E7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BDAE44-D2C4-4D7D-9FF0-FA8E9BB6CF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3BFE9-D375-4DC9-85E0-ECDA34372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DB5A8-9FD9-4F35-8046-1C21BD193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3C53F-723C-408A-B371-C91F7C4A2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7F654-66D7-4440-A5AF-13020A4F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930309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2E2B3-B12C-40CC-8617-7945B944E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842E14-7BFB-4D19-9C00-4E98326133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5307E-695B-4B62-8A59-9A4E7E165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0A1F7-B941-4B8A-BEF8-7A9432B94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0FDCD-AA3D-426B-8094-FCDFDAB0B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734839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C0FA57-D991-41B7-A649-866B5A9FC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4C4765-E032-4EFB-985C-092C91479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89A5E-42D8-4C93-8751-AB2BCEC0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B329A-DA3F-4B88-A1FE-5C2981510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E35CB-F538-4293-81A6-A1FE1A49B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72607"/>
      </p:ext>
    </p:extLst>
  </p:cSld>
  <p:clrMapOvr>
    <a:masterClrMapping/>
  </p:clrMapOvr>
  <p:transition>
    <p:fade/>
    <p:sndAc>
      <p:stSnd>
        <p:snd r:embed="rId1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80FB1B-5DA5-4A1C-8872-C5A12A808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E5CBE-96ED-411F-A621-EBABCA487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CE34C-0152-47AD-9E4A-A617B5D3B7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81BF7-C163-4313-955B-A4FF26DA9F80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6B125-8A03-4B52-8079-AA5DB28F0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D16385-42B2-499E-A370-2397C3C3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D1DB6-FD9F-445B-9C66-6B52495655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45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  <p:sndAc>
      <p:stSnd>
        <p:snd r:embed="rId13" name="camera.wav"/>
      </p:stSnd>
    </p:sndAc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jpg"/><Relationship Id="rId2" Type="http://schemas.openxmlformats.org/officeDocument/2006/relationships/audio" Target="../media/media1.aac"/><Relationship Id="rId1" Type="http://schemas.microsoft.com/office/2007/relationships/media" Target="../media/media1.aac"/><Relationship Id="rId6" Type="http://schemas.openxmlformats.org/officeDocument/2006/relationships/image" Target="../media/image4.png"/><Relationship Id="rId5" Type="http://schemas.openxmlformats.org/officeDocument/2006/relationships/image" Target="../media/image3.gif"/><Relationship Id="rId10" Type="http://schemas.openxmlformats.org/officeDocument/2006/relationships/image" Target="../media/image8.png"/><Relationship Id="rId4" Type="http://schemas.openxmlformats.org/officeDocument/2006/relationships/audio" Target="../media/audio1.wav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Down 1">
            <a:extLst>
              <a:ext uri="{FF2B5EF4-FFF2-40B4-BE49-F238E27FC236}">
                <a16:creationId xmlns:a16="http://schemas.microsoft.com/office/drawing/2014/main" id="{28279EE8-E0D3-4265-B7F4-074E2D0F9E7C}"/>
              </a:ext>
            </a:extLst>
          </p:cNvPr>
          <p:cNvSpPr/>
          <p:nvPr/>
        </p:nvSpPr>
        <p:spPr>
          <a:xfrm>
            <a:off x="2828782" y="694913"/>
            <a:ext cx="5949457" cy="4606429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600" dirty="0">
              <a:highlight>
                <a:srgbClr val="FFFF00"/>
              </a:highlight>
            </a:endParaRPr>
          </a:p>
          <a:p>
            <a:pPr algn="ctr"/>
            <a:endParaRPr lang="en-US" sz="3600" dirty="0">
              <a:highlight>
                <a:srgbClr val="FFFF00"/>
              </a:highlight>
            </a:endParaRPr>
          </a:p>
          <a:p>
            <a:pPr algn="ctr"/>
            <a:r>
              <a:rPr lang="en-US" sz="3600" dirty="0">
                <a:highlight>
                  <a:srgbClr val="FFFF00"/>
                </a:highlight>
              </a:rPr>
              <a:t>GLOSSARY</a:t>
            </a:r>
          </a:p>
          <a:p>
            <a:pPr algn="ctr"/>
            <a:r>
              <a:rPr lang="en-US" sz="3600" dirty="0"/>
              <a:t>Reto 2b _</a:t>
            </a:r>
          </a:p>
          <a:p>
            <a:pPr algn="ctr"/>
            <a:r>
              <a:rPr lang="en-US" sz="3600" dirty="0"/>
              <a:t>Mar 10th/ Name</a:t>
            </a:r>
          </a:p>
          <a:p>
            <a:pPr algn="ctr"/>
            <a:endParaRPr lang="en-US" sz="3600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871F9534-5AFF-4D2C-818C-F183199A52E8}"/>
              </a:ext>
            </a:extLst>
          </p:cNvPr>
          <p:cNvSpPr/>
          <p:nvPr/>
        </p:nvSpPr>
        <p:spPr>
          <a:xfrm>
            <a:off x="0" y="5582793"/>
            <a:ext cx="4290647" cy="1160585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>
                    <a:lumMod val="65000"/>
                  </a:schemeClr>
                </a:solidFill>
                <a:highlight>
                  <a:srgbClr val="FFFF00"/>
                </a:highlight>
              </a:rPr>
              <a:t>PART 2</a:t>
            </a:r>
          </a:p>
        </p:txBody>
      </p:sp>
      <p:pic>
        <p:nvPicPr>
          <p:cNvPr id="5" name="Picture 2" descr="Lexa (@thrnio) | Find &amp; Make GIFs on Gfycat">
            <a:extLst>
              <a:ext uri="{FF2B5EF4-FFF2-40B4-BE49-F238E27FC236}">
                <a16:creationId xmlns:a16="http://schemas.microsoft.com/office/drawing/2014/main" id="{0E4FCEFE-0B5E-77BE-16BC-4FB4D229195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249" y="5794009"/>
            <a:ext cx="1497502" cy="842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Online Course: Software Engineering from The Hong Kong University of  Science and Technology | Class Central">
            <a:extLst>
              <a:ext uri="{FF2B5EF4-FFF2-40B4-BE49-F238E27FC236}">
                <a16:creationId xmlns:a16="http://schemas.microsoft.com/office/drawing/2014/main" id="{EDC85F44-65A3-6A86-103C-AE8198EB7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8951" y="3965643"/>
            <a:ext cx="2777735" cy="2777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7075762"/>
      </p:ext>
    </p:extLst>
  </p:cSld>
  <p:clrMapOvr>
    <a:masterClrMapping/>
  </p:clrMapOvr>
  <p:transition>
    <p:fade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22">
            <a:extLst>
              <a:ext uri="{FF2B5EF4-FFF2-40B4-BE49-F238E27FC236}">
                <a16:creationId xmlns:a16="http://schemas.microsoft.com/office/drawing/2014/main" id="{2F12AE26-41F4-4501-93CA-40F8965B83A5}"/>
              </a:ext>
            </a:extLst>
          </p:cNvPr>
          <p:cNvSpPr txBox="1"/>
          <p:nvPr/>
        </p:nvSpPr>
        <p:spPr>
          <a:xfrm>
            <a:off x="9481625" y="0"/>
            <a:ext cx="2710375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1600" b="1" dirty="0" err="1"/>
              <a:t>python</a:t>
            </a:r>
            <a:endParaRPr lang="es-CO" sz="1600" b="1" dirty="0"/>
          </a:p>
        </p:txBody>
      </p:sp>
      <p:pic>
        <p:nvPicPr>
          <p:cNvPr id="13" name="Picture 4" descr="http://www.ccisd.com/cms/lib/TX01000559/Centricity/Domain/52/AG00317_.GIF">
            <a:extLst>
              <a:ext uri="{FF2B5EF4-FFF2-40B4-BE49-F238E27FC236}">
                <a16:creationId xmlns:a16="http://schemas.microsoft.com/office/drawing/2014/main" id="{6CD2C74E-42A3-40ED-AFB2-646B1925287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8397" y="1682165"/>
            <a:ext cx="665723" cy="857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20513E6D-D533-43F2-BF77-CBE2FCF80DA7}"/>
              </a:ext>
            </a:extLst>
          </p:cNvPr>
          <p:cNvSpPr/>
          <p:nvPr/>
        </p:nvSpPr>
        <p:spPr>
          <a:xfrm rot="18746080">
            <a:off x="-71741" y="-99840"/>
            <a:ext cx="2359917" cy="978331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1400" b="1" dirty="0">
                <a:highlight>
                  <a:srgbClr val="00FF00"/>
                </a:highlight>
              </a:rPr>
              <a:t>EQUATIONS</a:t>
            </a:r>
          </a:p>
        </p:txBody>
      </p:sp>
      <p:sp>
        <p:nvSpPr>
          <p:cNvPr id="19" name="CuadroTexto 22">
            <a:extLst>
              <a:ext uri="{FF2B5EF4-FFF2-40B4-BE49-F238E27FC236}">
                <a16:creationId xmlns:a16="http://schemas.microsoft.com/office/drawing/2014/main" id="{CF2B73A9-39AE-4CA5-B9AC-A96510C5035F}"/>
              </a:ext>
            </a:extLst>
          </p:cNvPr>
          <p:cNvSpPr txBox="1"/>
          <p:nvPr/>
        </p:nvSpPr>
        <p:spPr>
          <a:xfrm>
            <a:off x="7361507" y="0"/>
            <a:ext cx="2314407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1600" b="1" dirty="0" err="1">
                <a:highlight>
                  <a:srgbClr val="00FF00"/>
                </a:highlight>
              </a:rPr>
              <a:t>Dictation</a:t>
            </a:r>
            <a:endParaRPr lang="es-CO" sz="1600" b="1" dirty="0">
              <a:highlight>
                <a:srgbClr val="00FF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719A0F-66A9-4511-A124-DB8F09127564}"/>
              </a:ext>
            </a:extLst>
          </p:cNvPr>
          <p:cNvSpPr txBox="1"/>
          <p:nvPr/>
        </p:nvSpPr>
        <p:spPr>
          <a:xfrm>
            <a:off x="2705405" y="1060011"/>
            <a:ext cx="3168118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DICTATION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30BBBB-5E6C-419D-815E-52D0ACA68D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3505" y="4257960"/>
            <a:ext cx="2293007" cy="1138221"/>
          </a:xfrm>
          <a:prstGeom prst="rect">
            <a:avLst/>
          </a:prstGeom>
        </p:spPr>
      </p:pic>
      <p:pic>
        <p:nvPicPr>
          <p:cNvPr id="2" name="Google Shape;380;p15" descr="The English Alphabet Pronunciation - ABC [ Learn the English ] - YouTube">
            <a:extLst>
              <a:ext uri="{FF2B5EF4-FFF2-40B4-BE49-F238E27FC236}">
                <a16:creationId xmlns:a16="http://schemas.microsoft.com/office/drawing/2014/main" id="{30ED31CF-B35B-5071-216B-CF107A1F931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66130" y="2813908"/>
            <a:ext cx="2293007" cy="1288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0;p2">
            <a:extLst>
              <a:ext uri="{FF2B5EF4-FFF2-40B4-BE49-F238E27FC236}">
                <a16:creationId xmlns:a16="http://schemas.microsoft.com/office/drawing/2014/main" id="{7A2889DB-5321-E34D-59E8-767BE502B14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81625" y="5508382"/>
            <a:ext cx="2536768" cy="113822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21;p15">
            <a:extLst>
              <a:ext uri="{FF2B5EF4-FFF2-40B4-BE49-F238E27FC236}">
                <a16:creationId xmlns:a16="http://schemas.microsoft.com/office/drawing/2014/main" id="{B62F0EE7-E9B0-452D-ECCB-E807B419C111}"/>
              </a:ext>
            </a:extLst>
          </p:cNvPr>
          <p:cNvSpPr/>
          <p:nvPr/>
        </p:nvSpPr>
        <p:spPr>
          <a:xfrm rot="-3072706">
            <a:off x="6414480" y="1406974"/>
            <a:ext cx="189405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highlight>
                  <a:srgbClr val="00FF00"/>
                </a:highlight>
                <a:latin typeface="Comic Sans MS"/>
                <a:ea typeface="Comic Sans MS"/>
                <a:cs typeface="Comic Sans MS"/>
                <a:sym typeface="Comic Sans MS"/>
              </a:rPr>
              <a:t>Your Audio</a:t>
            </a:r>
            <a:endParaRPr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E091036-C2F8-CD57-33E9-CC54EC9F509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961" y="1616032"/>
            <a:ext cx="5250039" cy="4893478"/>
          </a:xfrm>
          <a:prstGeom prst="rect">
            <a:avLst/>
          </a:prstGeom>
        </p:spPr>
      </p:pic>
      <p:sp>
        <p:nvSpPr>
          <p:cNvPr id="20" name="CuadroTexto 22">
            <a:extLst>
              <a:ext uri="{FF2B5EF4-FFF2-40B4-BE49-F238E27FC236}">
                <a16:creationId xmlns:a16="http://schemas.microsoft.com/office/drawing/2014/main" id="{0562711C-5994-E03C-DE2B-22EC5C3DAECA}"/>
              </a:ext>
            </a:extLst>
          </p:cNvPr>
          <p:cNvSpPr txBox="1"/>
          <p:nvPr/>
        </p:nvSpPr>
        <p:spPr>
          <a:xfrm>
            <a:off x="2541590" y="6477326"/>
            <a:ext cx="2314407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CO" sz="1600" b="1" dirty="0" err="1">
                <a:highlight>
                  <a:srgbClr val="00FF00"/>
                </a:highlight>
              </a:rPr>
              <a:t>Pronunciation</a:t>
            </a:r>
            <a:r>
              <a:rPr lang="es-CO" sz="1600" b="1" dirty="0">
                <a:highlight>
                  <a:srgbClr val="00FF00"/>
                </a:highlight>
              </a:rPr>
              <a:t> </a:t>
            </a:r>
            <a:r>
              <a:rPr lang="es-CO" sz="1600" b="1" dirty="0" err="1">
                <a:highlight>
                  <a:srgbClr val="00FF00"/>
                </a:highlight>
              </a:rPr>
              <a:t>Practice</a:t>
            </a:r>
            <a:r>
              <a:rPr lang="es-CO" sz="1600" b="1" dirty="0">
                <a:highlight>
                  <a:srgbClr val="00FF00"/>
                </a:highlight>
              </a:rPr>
              <a:t> </a:t>
            </a:r>
          </a:p>
        </p:txBody>
      </p:sp>
      <p:pic>
        <p:nvPicPr>
          <p:cNvPr id="4" name="WhatsApp Audio 2026-03-10 at 8.57.54 AM">
            <a:hlinkClick r:id="" action="ppaction://media"/>
            <a:extLst>
              <a:ext uri="{FF2B5EF4-FFF2-40B4-BE49-F238E27FC236}">
                <a16:creationId xmlns:a16="http://schemas.microsoft.com/office/drawing/2014/main" id="{8D03E416-922E-47D7-A81C-BA10C6EF678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7749835" y="177482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21391"/>
      </p:ext>
    </p:extLst>
  </p:cSld>
  <p:clrMapOvr>
    <a:masterClrMapping/>
  </p:clrMapOvr>
  <p:transition>
    <p:fade/>
    <p:sndAc>
      <p:stSnd>
        <p:snd r:embed="rId4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" dur="4458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7" grpId="0" animBg="1"/>
      <p:bldP spid="17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1334</TotalTime>
  <Words>18</Words>
  <Application>Microsoft Office PowerPoint</Application>
  <PresentationFormat>Panorámica</PresentationFormat>
  <Paragraphs>12</Paragraphs>
  <Slides>2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Comic Sans MS</vt:lpstr>
      <vt:lpstr>Office Theme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saimon A ramirez G</dc:creator>
  <cp:lastModifiedBy>Paula Tabares</cp:lastModifiedBy>
  <cp:revision>421</cp:revision>
  <dcterms:created xsi:type="dcterms:W3CDTF">2021-04-07T20:19:51Z</dcterms:created>
  <dcterms:modified xsi:type="dcterms:W3CDTF">2026-03-10T14:00:05Z</dcterms:modified>
</cp:coreProperties>
</file>