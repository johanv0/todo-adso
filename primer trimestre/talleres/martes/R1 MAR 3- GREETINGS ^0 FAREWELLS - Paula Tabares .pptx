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aZXBY6mMHbHlUaXyZzprX2OBy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4a"/><Relationship Id="rId7" Type="http://schemas.openxmlformats.org/officeDocument/2006/relationships/image" Target="../media/image1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jpeg"/><Relationship Id="rId5" Type="http://schemas.openxmlformats.org/officeDocument/2006/relationships/image" Target="../media/image3.gif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287524" y="454486"/>
            <a:ext cx="3456384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B0F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GREETINGS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B0F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YOU DO?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ARE YOU DOING?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IS IT GOING?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WHAT´S UP?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WHAT´S ON?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WHAT´S NEW?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HI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HELLO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HI THERE?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HEY YOU ALL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HI, Y´ALL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B0F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GOOD: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MORNING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AFTERNOON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EVENING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499992" y="454486"/>
            <a:ext cx="4752528" cy="618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FAREWELLS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GOOD BYE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SEE YOU: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…LATER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…SOON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…TOMORROW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…AROUND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SEE YA..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GOOD: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NIGHT!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(ASSOSIATED)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“sweet dreams”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3"/>
          <p:cNvSpPr/>
          <p:nvPr/>
        </p:nvSpPr>
        <p:spPr>
          <a:xfrm rot="-3072706">
            <a:off x="441795" y="4844403"/>
            <a:ext cx="46805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highlight>
                  <a:srgbClr val="00FF00"/>
                </a:highlight>
                <a:latin typeface="Comic Sans MS"/>
                <a:ea typeface="Comic Sans MS"/>
                <a:cs typeface="Comic Sans MS"/>
                <a:sym typeface="Comic Sans MS"/>
              </a:rPr>
              <a:t>Your Audio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 rot="-3072706">
            <a:off x="5389839" y="4988418"/>
            <a:ext cx="46805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highlight>
                  <a:srgbClr val="00FF00"/>
                </a:highlight>
                <a:latin typeface="Comic Sans MS"/>
                <a:ea typeface="Comic Sans MS"/>
                <a:cs typeface="Comic Sans MS"/>
                <a:sym typeface="Comic Sans MS"/>
              </a:rPr>
              <a:t>Your Audio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1064117" y="85154"/>
            <a:ext cx="73243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YOUR TURN…CADA UNO DE UDS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 rot="3652548">
            <a:off x="2418669" y="1995710"/>
            <a:ext cx="2460686" cy="70171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 rot="4164509">
            <a:off x="6191047" y="1935149"/>
            <a:ext cx="2460686" cy="70171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/>
          </a:p>
        </p:txBody>
      </p:sp>
      <p:pic>
        <p:nvPicPr>
          <p:cNvPr id="93" name="Google Shape;93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2055" y="241188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7431" y="2472406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6B3F648E-F30B-4806-A4CE-6219CA7EB0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36116" y="5276532"/>
            <a:ext cx="695644" cy="695644"/>
          </a:xfrm>
          <a:prstGeom prst="rect">
            <a:avLst/>
          </a:prstGeom>
        </p:spPr>
      </p:pic>
      <p:pic>
        <p:nvPicPr>
          <p:cNvPr id="4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1C86C1C5-4F61-48CC-A867-FB438B95D08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02231" y="5022679"/>
            <a:ext cx="644696" cy="6446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39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9" dur="91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25760" y="1700808"/>
            <a:ext cx="889248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lang="es-ES" sz="3200" b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Paula </a:t>
            </a:r>
            <a:r>
              <a:rPr lang="es-ES" sz="3200" b="1" dirty="0">
                <a:solidFill>
                  <a:schemeClr val="dk1"/>
                </a:solidFill>
                <a:highlight>
                  <a:srgbClr val="FFFF00"/>
                </a:highlight>
              </a:rPr>
              <a:t>Tabares </a:t>
            </a:r>
            <a:r>
              <a:rPr lang="en-US" sz="3200" b="1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am </a:t>
            </a:r>
            <a:r>
              <a:rPr lang="es-ES" sz="3200" b="1" u="sng" dirty="0">
                <a:solidFill>
                  <a:schemeClr val="dk1"/>
                </a:solidFill>
                <a:highlight>
                  <a:srgbClr val="FFFF00"/>
                </a:highlight>
              </a:rPr>
              <a:t>1</a:t>
            </a:r>
            <a:r>
              <a:rPr lang="en-US" sz="3200" b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200" b="1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am 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s-ES" sz="3200" b="1" dirty="0">
                <a:solidFill>
                  <a:schemeClr val="dk1"/>
                </a:solidFill>
                <a:highlight>
                  <a:srgbClr val="FFFF00"/>
                </a:highlight>
              </a:rPr>
              <a:t>6</a:t>
            </a: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English</a:t>
            </a:r>
            <a:endParaRPr dirty="0"/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I´m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400" b="1" dirty="0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SOFTWARE ANALYSIS AND DEVELOPMENT </a:t>
            </a:r>
            <a:r>
              <a:rPr lang="en-US" sz="2800" b="1" dirty="0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Technologist</a:t>
            </a: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SENA,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3409645</a:t>
            </a: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3635896" y="1760622"/>
            <a:ext cx="463530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B0F0"/>
                </a:solidFill>
                <a:latin typeface="Comic Sans MS"/>
                <a:ea typeface="Calibri"/>
                <a:cs typeface="Calibri"/>
                <a:sym typeface="Comic Sans MS"/>
              </a:rPr>
              <a:t>HI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2960441" y="5969326"/>
            <a:ext cx="463530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 err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See</a:t>
            </a:r>
            <a:r>
              <a:rPr lang="es-ES" sz="3200" b="1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s-ES" sz="3200" b="1" dirty="0" err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</a:t>
            </a:r>
            <a:r>
              <a:rPr lang="es-ES" sz="3200" b="1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s-ES" sz="3200" b="1" dirty="0" err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later</a:t>
            </a:r>
            <a:endParaRPr sz="3200" b="1" dirty="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2" name="Google Shape;102;p4" descr="Transition between volume_up and volume_down icons - Stack Overflo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0656" y="393180"/>
            <a:ext cx="539928" cy="53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236296" y="1052736"/>
            <a:ext cx="1264324" cy="129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F4BDED-01CF-3599-3C35-846A299A2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128" y="973421"/>
            <a:ext cx="1619592" cy="1574401"/>
          </a:xfrm>
          <a:prstGeom prst="rect">
            <a:avLst/>
          </a:prstGeom>
        </p:spPr>
      </p:pic>
      <p:pic>
        <p:nvPicPr>
          <p:cNvPr id="3" name="Sonido grabado">
            <a:hlinkClick r:id="" action="ppaction://media"/>
            <a:extLst>
              <a:ext uri="{FF2B5EF4-FFF2-40B4-BE49-F238E27FC236}">
                <a16:creationId xmlns:a16="http://schemas.microsoft.com/office/drawing/2014/main" id="{5E20574B-D1B3-4139-9F6F-CA4813925C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32935" y="374130"/>
            <a:ext cx="648072" cy="648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649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129</Words>
  <Application>Microsoft Office PowerPoint</Application>
  <PresentationFormat>Presentación en pantalla (4:3)</PresentationFormat>
  <Paragraphs>54</Paragraphs>
  <Slides>2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Comic Sans MS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ASPEN R6</dc:creator>
  <cp:lastModifiedBy>Paula Tabares</cp:lastModifiedBy>
  <cp:revision>5</cp:revision>
  <dcterms:created xsi:type="dcterms:W3CDTF">2015-05-22T20:07:53Z</dcterms:created>
  <dcterms:modified xsi:type="dcterms:W3CDTF">2026-03-03T16:59:19Z</dcterms:modified>
</cp:coreProperties>
</file>