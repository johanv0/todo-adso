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m4a" ContentType="audio/mp4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71" r:id="rId2"/>
    <p:sldId id="308" r:id="rId3"/>
    <p:sldId id="310" r:id="rId4"/>
    <p:sldId id="278" r:id="rId5"/>
    <p:sldId id="25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074" autoAdjust="0"/>
    <p:restoredTop sz="94660"/>
  </p:normalViewPr>
  <p:slideViewPr>
    <p:cSldViewPr snapToGrid="0">
      <p:cViewPr varScale="1">
        <p:scale>
          <a:sx n="80" d="100"/>
          <a:sy n="80" d="100"/>
        </p:scale>
        <p:origin x="100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6197C5-33AC-40DB-9DE8-4B1A74EB92A5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984D98-67D1-4675-BFC1-B56F8AEF174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118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D7F38-29F4-4098-A2EC-16A541AE25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AF58F9-4067-41E4-A182-2759D3EBDC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B250D1-6548-4C41-844C-C15248A20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81BF7-C163-4313-955B-A4FF26DA9F80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0B7772-387D-4307-B481-AE6ED1196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625B76-8208-4391-8320-C3DAD7152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D1DB6-FD9F-445B-9C66-6B524956558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654276"/>
      </p:ext>
    </p:extLst>
  </p:cSld>
  <p:clrMapOvr>
    <a:masterClrMapping/>
  </p:clrMapOvr>
  <p:transition>
    <p:fade/>
    <p:sndAc>
      <p:stSnd>
        <p:snd r:embed="rId1" name="camera.wav"/>
      </p:stSnd>
    </p:sndAc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5E9AC-3DFF-4661-9B89-F40499725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FD8D9A-6AAD-45E9-9911-D7E9085504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29B97F-B983-44B6-B511-E127DF5FA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81BF7-C163-4313-955B-A4FF26DA9F80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8BA89B-7E12-4C57-B090-44A72FB77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7CD5CE-055F-47F2-B3A8-F23D5AC4F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D1DB6-FD9F-445B-9C66-6B524956558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846056"/>
      </p:ext>
    </p:extLst>
  </p:cSld>
  <p:clrMapOvr>
    <a:masterClrMapping/>
  </p:clrMapOvr>
  <p:transition>
    <p:fade/>
    <p:sndAc>
      <p:stSnd>
        <p:snd r:embed="rId1" name="camera.wav"/>
      </p:stSnd>
    </p:sndAc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53DC6-78B4-4B80-AE19-92BAB6AEF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DF9BAB-777D-4438-B475-C58FAE542A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7D3933-D490-49A0-94B8-62038D52B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81BF7-C163-4313-955B-A4FF26DA9F80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C77778-8388-48D7-B415-5B4784098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1FC2FB-4E18-41D7-A5C2-C6003B7A6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D1DB6-FD9F-445B-9C66-6B524956558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733897"/>
      </p:ext>
    </p:extLst>
  </p:cSld>
  <p:clrMapOvr>
    <a:masterClrMapping/>
  </p:clrMapOvr>
  <p:transition>
    <p:fade/>
    <p:sndAc>
      <p:stSnd>
        <p:snd r:embed="rId1" name="camera.wav"/>
      </p:stSnd>
    </p:sndAc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3A85A-F5B1-46A4-B5AB-D57F9AFA9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7F5C9F-D196-4DCE-9AD5-8E1D539F21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55EEFE-F8F1-40F8-99E0-ADB9521FCB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30A600-F26A-4220-A969-B100E186F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81BF7-C163-4313-955B-A4FF26DA9F80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59EABD-9779-4D3A-847F-A73A96304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0B02F8-A219-4564-897B-8D3AE2560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D1DB6-FD9F-445B-9C66-6B524956558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990112"/>
      </p:ext>
    </p:extLst>
  </p:cSld>
  <p:clrMapOvr>
    <a:masterClrMapping/>
  </p:clrMapOvr>
  <p:transition>
    <p:fade/>
    <p:sndAc>
      <p:stSnd>
        <p:snd r:embed="rId1" name="camera.wav"/>
      </p:stSnd>
    </p:sndAc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DC1CC-FA0D-448F-8241-8E84845EB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2D61EB-568E-4BA8-9766-3E929DC5B2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B2CC4B-54A0-477C-88DA-6BFB9393E9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EC7EF8-0498-414C-97CB-EE438D9B9E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6594C5-5F12-44E2-91C5-0667ADD3A6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FFB527-7C13-4357-BE02-46EEC2E27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81BF7-C163-4313-955B-A4FF26DA9F80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23D87D8-353D-4E09-9800-644C806AD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D8C7AB-3FA3-466D-B9FA-5EE924538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D1DB6-FD9F-445B-9C66-6B524956558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985862"/>
      </p:ext>
    </p:extLst>
  </p:cSld>
  <p:clrMapOvr>
    <a:masterClrMapping/>
  </p:clrMapOvr>
  <p:transition>
    <p:fade/>
    <p:sndAc>
      <p:stSnd>
        <p:snd r:embed="rId1" name="camera.wav"/>
      </p:stSnd>
    </p:sndAc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A8E85-1106-43DE-B185-E47E888E2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F541FD-0630-4D84-8D6B-F00D39D5E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81BF7-C163-4313-955B-A4FF26DA9F80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38BBEC-9F9E-4202-8296-4B74BB392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DBBCF5-900B-4392-9241-E9D7CD3A2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D1DB6-FD9F-445B-9C66-6B524956558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05190"/>
      </p:ext>
    </p:extLst>
  </p:cSld>
  <p:clrMapOvr>
    <a:masterClrMapping/>
  </p:clrMapOvr>
  <p:transition>
    <p:fade/>
    <p:sndAc>
      <p:stSnd>
        <p:snd r:embed="rId1" name="camera.wav"/>
      </p:stSnd>
    </p:sndAc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C6A4BF-9D54-4902-9EC7-FC4224341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81BF7-C163-4313-955B-A4FF26DA9F80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A2A842-81DC-4570-A784-DEF851D40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CFD7E8-EB82-4457-A4B5-992D5DC78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D1DB6-FD9F-445B-9C66-6B524956558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065331"/>
      </p:ext>
    </p:extLst>
  </p:cSld>
  <p:clrMapOvr>
    <a:masterClrMapping/>
  </p:clrMapOvr>
  <p:transition>
    <p:fade/>
    <p:sndAc>
      <p:stSnd>
        <p:snd r:embed="rId1" name="camera.wav"/>
      </p:stSnd>
    </p:sndAc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F0FEE-4E5B-40BD-A005-8C1B53642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75DB82-CB76-4759-B39C-D3A0ABC956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C41CB8-35EA-4905-A744-69405FB4D7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D6152E-80CE-4865-9BDF-C8422E8BC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81BF7-C163-4313-955B-A4FF26DA9F80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225B1A-3AF9-4911-9BD5-25DE5FC9A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CBD2AF-0C1C-4843-984C-13E15E83D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D1DB6-FD9F-445B-9C66-6B524956558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347175"/>
      </p:ext>
    </p:extLst>
  </p:cSld>
  <p:clrMapOvr>
    <a:masterClrMapping/>
  </p:clrMapOvr>
  <p:transition>
    <p:fade/>
    <p:sndAc>
      <p:stSnd>
        <p:snd r:embed="rId1" name="camera.wav"/>
      </p:stSnd>
    </p:sndAc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2168F-D8CB-4557-9339-F897168E7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ABDAE44-D2C4-4D7D-9FF0-FA8E9BB6CF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53BFE9-D375-4DC9-85E0-ECDA343722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6DB5A8-9FD9-4F35-8046-1C21BD193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81BF7-C163-4313-955B-A4FF26DA9F80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63C53F-723C-408A-B371-C91F7C4A2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87F654-66D7-4440-A5AF-13020A4F0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D1DB6-FD9F-445B-9C66-6B524956558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930309"/>
      </p:ext>
    </p:extLst>
  </p:cSld>
  <p:clrMapOvr>
    <a:masterClrMapping/>
  </p:clrMapOvr>
  <p:transition>
    <p:fade/>
    <p:sndAc>
      <p:stSnd>
        <p:snd r:embed="rId1" name="camera.wav"/>
      </p:stSnd>
    </p:sndAc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2E2B3-B12C-40CC-8617-7945B944E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842E14-7BFB-4D19-9C00-4E98326133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5307E-695B-4B62-8A59-9A4E7E165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81BF7-C163-4313-955B-A4FF26DA9F80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80A1F7-B941-4B8A-BEF8-7A9432B94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70FDCD-AA3D-426B-8094-FCDFDAB0B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D1DB6-FD9F-445B-9C66-6B524956558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5734839"/>
      </p:ext>
    </p:extLst>
  </p:cSld>
  <p:clrMapOvr>
    <a:masterClrMapping/>
  </p:clrMapOvr>
  <p:transition>
    <p:fade/>
    <p:sndAc>
      <p:stSnd>
        <p:snd r:embed="rId1" name="camera.wav"/>
      </p:stSnd>
    </p:sndAc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C0FA57-D991-41B7-A649-866B5A9FCF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4C4765-E032-4EFB-985C-092C914792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989A5E-42D8-4C93-8751-AB2BCEC0D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81BF7-C163-4313-955B-A4FF26DA9F80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0B329A-DA3F-4B88-A1FE-5C2981510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AE35CB-F538-4293-81A6-A1FE1A49B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D1DB6-FD9F-445B-9C66-6B524956558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872607"/>
      </p:ext>
    </p:extLst>
  </p:cSld>
  <p:clrMapOvr>
    <a:masterClrMapping/>
  </p:clrMapOvr>
  <p:transition>
    <p:fade/>
    <p:sndAc>
      <p:stSnd>
        <p:snd r:embed="rId1" name="camera.wav"/>
      </p:stSnd>
    </p:sndAc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audio" Target="../media/audio1.wav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80FB1B-5DA5-4A1C-8872-C5A12A808D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9E5CBE-96ED-411F-A621-EBABCA487E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DCE34C-0152-47AD-9E4A-A617B5D3B7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C81BF7-C163-4313-955B-A4FF26DA9F80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56B125-8A03-4B52-8079-AA5DB28F03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D16385-42B2-499E-A370-2397C3C39F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5D1DB6-FD9F-445B-9C66-6B524956558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9458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fade/>
    <p:sndAc>
      <p:stSnd>
        <p:snd r:embed="rId13" name="camera.wav"/>
      </p:stSnd>
    </p:sndAc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gif"/><Relationship Id="rId3" Type="http://schemas.microsoft.com/office/2007/relationships/media" Target="../media/media2.m4a"/><Relationship Id="rId7" Type="http://schemas.openxmlformats.org/officeDocument/2006/relationships/image" Target="../media/image3.png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6" Type="http://schemas.openxmlformats.org/officeDocument/2006/relationships/audio" Target="../media/audio1.wav"/><Relationship Id="rId5" Type="http://schemas.openxmlformats.org/officeDocument/2006/relationships/slideLayout" Target="../slideLayouts/slideLayout2.xml"/><Relationship Id="rId10" Type="http://schemas.openxmlformats.org/officeDocument/2006/relationships/image" Target="../media/image6.png"/><Relationship Id="rId4" Type="http://schemas.openxmlformats.org/officeDocument/2006/relationships/audio" Target="../media/media2.m4a"/><Relationship Id="rId9" Type="http://schemas.openxmlformats.org/officeDocument/2006/relationships/image" Target="../media/image5.gi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audio" Target="../media/media6.m4a"/><Relationship Id="rId13" Type="http://schemas.openxmlformats.org/officeDocument/2006/relationships/slideLayout" Target="../slideLayouts/slideLayout2.xml"/><Relationship Id="rId3" Type="http://schemas.microsoft.com/office/2007/relationships/media" Target="../media/media4.m4a"/><Relationship Id="rId7" Type="http://schemas.microsoft.com/office/2007/relationships/media" Target="../media/media6.m4a"/><Relationship Id="rId12" Type="http://schemas.openxmlformats.org/officeDocument/2006/relationships/audio" Target="../media/media8.m4a"/><Relationship Id="rId17" Type="http://schemas.openxmlformats.org/officeDocument/2006/relationships/image" Target="../media/image6.png"/><Relationship Id="rId2" Type="http://schemas.openxmlformats.org/officeDocument/2006/relationships/audio" Target="../media/media3.m4a"/><Relationship Id="rId16" Type="http://schemas.openxmlformats.org/officeDocument/2006/relationships/image" Target="../media/image1.gif"/><Relationship Id="rId1" Type="http://schemas.microsoft.com/office/2007/relationships/media" Target="../media/media3.m4a"/><Relationship Id="rId6" Type="http://schemas.openxmlformats.org/officeDocument/2006/relationships/audio" Target="../media/media5.m4a"/><Relationship Id="rId11" Type="http://schemas.microsoft.com/office/2007/relationships/media" Target="../media/media8.m4a"/><Relationship Id="rId5" Type="http://schemas.microsoft.com/office/2007/relationships/media" Target="../media/media5.m4a"/><Relationship Id="rId15" Type="http://schemas.openxmlformats.org/officeDocument/2006/relationships/image" Target="../media/image4.gif"/><Relationship Id="rId10" Type="http://schemas.openxmlformats.org/officeDocument/2006/relationships/audio" Target="../media/media7.m4a"/><Relationship Id="rId4" Type="http://schemas.openxmlformats.org/officeDocument/2006/relationships/audio" Target="../media/media4.m4a"/><Relationship Id="rId9" Type="http://schemas.microsoft.com/office/2007/relationships/media" Target="../media/media7.m4a"/><Relationship Id="rId14" Type="http://schemas.openxmlformats.org/officeDocument/2006/relationships/audio" Target="../media/audio1.wav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gif"/><Relationship Id="rId3" Type="http://schemas.microsoft.com/office/2007/relationships/media" Target="../media/media10.m4a"/><Relationship Id="rId7" Type="http://schemas.openxmlformats.org/officeDocument/2006/relationships/image" Target="../media/image7.jpg"/><Relationship Id="rId2" Type="http://schemas.openxmlformats.org/officeDocument/2006/relationships/audio" Target="../media/media9.m4a"/><Relationship Id="rId1" Type="http://schemas.microsoft.com/office/2007/relationships/media" Target="../media/media9.m4a"/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2.xml"/><Relationship Id="rId10" Type="http://schemas.openxmlformats.org/officeDocument/2006/relationships/image" Target="../media/image6.png"/><Relationship Id="rId4" Type="http://schemas.openxmlformats.org/officeDocument/2006/relationships/audio" Target="../media/media10.m4a"/><Relationship Id="rId9" Type="http://schemas.openxmlformats.org/officeDocument/2006/relationships/image" Target="../media/image5.gi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audio" Target="../media/media14.m4a"/><Relationship Id="rId13" Type="http://schemas.openxmlformats.org/officeDocument/2006/relationships/image" Target="../media/image8.png"/><Relationship Id="rId3" Type="http://schemas.microsoft.com/office/2007/relationships/media" Target="../media/media12.m4a"/><Relationship Id="rId7" Type="http://schemas.microsoft.com/office/2007/relationships/media" Target="../media/media14.m4a"/><Relationship Id="rId12" Type="http://schemas.openxmlformats.org/officeDocument/2006/relationships/notesSlide" Target="../notesSlides/notesSlide2.xml"/><Relationship Id="rId2" Type="http://schemas.openxmlformats.org/officeDocument/2006/relationships/audio" Target="../media/media11.m4a"/><Relationship Id="rId1" Type="http://schemas.microsoft.com/office/2007/relationships/media" Target="../media/media11.m4a"/><Relationship Id="rId6" Type="http://schemas.openxmlformats.org/officeDocument/2006/relationships/audio" Target="../media/media13.m4a"/><Relationship Id="rId11" Type="http://schemas.openxmlformats.org/officeDocument/2006/relationships/slideLayout" Target="../slideLayouts/slideLayout2.xml"/><Relationship Id="rId5" Type="http://schemas.microsoft.com/office/2007/relationships/media" Target="../media/media13.m4a"/><Relationship Id="rId15" Type="http://schemas.openxmlformats.org/officeDocument/2006/relationships/image" Target="../media/image6.png"/><Relationship Id="rId10" Type="http://schemas.openxmlformats.org/officeDocument/2006/relationships/audio" Target="../media/media15.m4a"/><Relationship Id="rId4" Type="http://schemas.openxmlformats.org/officeDocument/2006/relationships/audio" Target="../media/media12.m4a"/><Relationship Id="rId9" Type="http://schemas.microsoft.com/office/2007/relationships/media" Target="../media/media15.m4a"/><Relationship Id="rId14" Type="http://schemas.openxmlformats.org/officeDocument/2006/relationships/image" Target="../media/image5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row: Down 1">
            <a:extLst>
              <a:ext uri="{FF2B5EF4-FFF2-40B4-BE49-F238E27FC236}">
                <a16:creationId xmlns:a16="http://schemas.microsoft.com/office/drawing/2014/main" id="{28279EE8-E0D3-4265-B7F4-074E2D0F9E7C}"/>
              </a:ext>
            </a:extLst>
          </p:cNvPr>
          <p:cNvSpPr/>
          <p:nvPr/>
        </p:nvSpPr>
        <p:spPr>
          <a:xfrm>
            <a:off x="2828782" y="694913"/>
            <a:ext cx="5949457" cy="4606429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3600" dirty="0">
              <a:highlight>
                <a:srgbClr val="FFFF00"/>
              </a:highlight>
            </a:endParaRPr>
          </a:p>
          <a:p>
            <a:pPr algn="ctr"/>
            <a:endParaRPr lang="en-US" sz="3600" dirty="0">
              <a:highlight>
                <a:srgbClr val="FFFF00"/>
              </a:highlight>
            </a:endParaRPr>
          </a:p>
          <a:p>
            <a:pPr algn="ctr"/>
            <a:r>
              <a:rPr lang="en-US" sz="3600" dirty="0">
                <a:highlight>
                  <a:srgbClr val="FFFF00"/>
                </a:highlight>
              </a:rPr>
              <a:t>GLOSSARY</a:t>
            </a:r>
          </a:p>
          <a:p>
            <a:pPr algn="ctr"/>
            <a:r>
              <a:rPr lang="en-US" sz="3600" dirty="0"/>
              <a:t>Reto 2 _</a:t>
            </a:r>
          </a:p>
          <a:p>
            <a:pPr algn="ctr"/>
            <a:r>
              <a:rPr lang="en-US" sz="3600" dirty="0"/>
              <a:t>March 7th_ Paula Tabares </a:t>
            </a:r>
          </a:p>
          <a:p>
            <a:pPr algn="ctr"/>
            <a:endParaRPr lang="en-US" sz="3600" dirty="0"/>
          </a:p>
        </p:txBody>
      </p:sp>
      <p:sp>
        <p:nvSpPr>
          <p:cNvPr id="4" name="Arrow: Down 3">
            <a:extLst>
              <a:ext uri="{FF2B5EF4-FFF2-40B4-BE49-F238E27FC236}">
                <a16:creationId xmlns:a16="http://schemas.microsoft.com/office/drawing/2014/main" id="{871F9534-5AFF-4D2C-818C-F183199A52E8}"/>
              </a:ext>
            </a:extLst>
          </p:cNvPr>
          <p:cNvSpPr/>
          <p:nvPr/>
        </p:nvSpPr>
        <p:spPr>
          <a:xfrm>
            <a:off x="0" y="5582793"/>
            <a:ext cx="4290647" cy="1160585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chemeClr val="bg1">
                    <a:lumMod val="65000"/>
                  </a:schemeClr>
                </a:solidFill>
                <a:highlight>
                  <a:srgbClr val="FFFF00"/>
                </a:highlight>
              </a:rPr>
              <a:t>PART 1</a:t>
            </a:r>
          </a:p>
        </p:txBody>
      </p:sp>
      <p:pic>
        <p:nvPicPr>
          <p:cNvPr id="5" name="Picture 2" descr="Lexa (@thrnio) | Find &amp; Make GIFs on Gfycat">
            <a:extLst>
              <a:ext uri="{FF2B5EF4-FFF2-40B4-BE49-F238E27FC236}">
                <a16:creationId xmlns:a16="http://schemas.microsoft.com/office/drawing/2014/main" id="{0E4FCEFE-0B5E-77BE-16BC-4FB4D2291959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7249" y="5794009"/>
            <a:ext cx="1497502" cy="8423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Online Course: Software Engineering from The Hong Kong University of  Science and Technology | Class Central">
            <a:extLst>
              <a:ext uri="{FF2B5EF4-FFF2-40B4-BE49-F238E27FC236}">
                <a16:creationId xmlns:a16="http://schemas.microsoft.com/office/drawing/2014/main" id="{EDC85F44-65A3-6A86-103C-AE8198EB7F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8239" y="3524931"/>
            <a:ext cx="3218447" cy="32184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7075762"/>
      </p:ext>
    </p:extLst>
  </p:cSld>
  <p:clrMapOvr>
    <a:masterClrMapping/>
  </p:clrMapOvr>
  <p:transition>
    <p:fade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77EC30F-3563-4A81-9111-D0A4466A13A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34332" y="1322576"/>
            <a:ext cx="8954054" cy="4444685"/>
          </a:xfrm>
          <a:prstGeom prst="rect">
            <a:avLst/>
          </a:prstGeom>
        </p:spPr>
      </p:pic>
      <p:sp>
        <p:nvSpPr>
          <p:cNvPr id="7" name="CuadroTexto 22">
            <a:extLst>
              <a:ext uri="{FF2B5EF4-FFF2-40B4-BE49-F238E27FC236}">
                <a16:creationId xmlns:a16="http://schemas.microsoft.com/office/drawing/2014/main" id="{2F12AE26-41F4-4501-93CA-40F8965B83A5}"/>
              </a:ext>
            </a:extLst>
          </p:cNvPr>
          <p:cNvSpPr txBox="1"/>
          <p:nvPr/>
        </p:nvSpPr>
        <p:spPr>
          <a:xfrm>
            <a:off x="9481625" y="0"/>
            <a:ext cx="2710375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CO" sz="1600" b="1" dirty="0"/>
              <a:t>PRONUNCIATION PRACTICE</a:t>
            </a:r>
          </a:p>
        </p:txBody>
      </p:sp>
      <p:pic>
        <p:nvPicPr>
          <p:cNvPr id="13" name="Picture 4" descr="http://www.ccisd.com/cms/lib/TX01000559/Centricity/Domain/52/AG00317_.GIF">
            <a:extLst>
              <a:ext uri="{FF2B5EF4-FFF2-40B4-BE49-F238E27FC236}">
                <a16:creationId xmlns:a16="http://schemas.microsoft.com/office/drawing/2014/main" id="{6CD2C74E-42A3-40ED-AFB2-646B1925287B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2126" y="1359876"/>
            <a:ext cx="665723" cy="857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Arrow: Down 16">
            <a:extLst>
              <a:ext uri="{FF2B5EF4-FFF2-40B4-BE49-F238E27FC236}">
                <a16:creationId xmlns:a16="http://schemas.microsoft.com/office/drawing/2014/main" id="{20513E6D-D533-43F2-BF77-CBE2FCF80DA7}"/>
              </a:ext>
            </a:extLst>
          </p:cNvPr>
          <p:cNvSpPr/>
          <p:nvPr/>
        </p:nvSpPr>
        <p:spPr>
          <a:xfrm rot="18746080">
            <a:off x="-71741" y="-99840"/>
            <a:ext cx="2359917" cy="978331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O" sz="1400" b="1" dirty="0" err="1">
                <a:highlight>
                  <a:srgbClr val="00FF00"/>
                </a:highlight>
              </a:rPr>
              <a:t>Equations</a:t>
            </a:r>
            <a:endParaRPr lang="es-CO" sz="1400" b="1" dirty="0">
              <a:highlight>
                <a:srgbClr val="00FF00"/>
              </a:highlight>
            </a:endParaRPr>
          </a:p>
        </p:txBody>
      </p:sp>
      <p:sp>
        <p:nvSpPr>
          <p:cNvPr id="19" name="CuadroTexto 22">
            <a:extLst>
              <a:ext uri="{FF2B5EF4-FFF2-40B4-BE49-F238E27FC236}">
                <a16:creationId xmlns:a16="http://schemas.microsoft.com/office/drawing/2014/main" id="{CF2B73A9-39AE-4CA5-B9AC-A96510C5035F}"/>
              </a:ext>
            </a:extLst>
          </p:cNvPr>
          <p:cNvSpPr txBox="1"/>
          <p:nvPr/>
        </p:nvSpPr>
        <p:spPr>
          <a:xfrm>
            <a:off x="7361507" y="0"/>
            <a:ext cx="2314407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CO" sz="1600" b="1" dirty="0" err="1">
                <a:highlight>
                  <a:srgbClr val="00FF00"/>
                </a:highlight>
              </a:rPr>
              <a:t>Translate</a:t>
            </a:r>
            <a:r>
              <a:rPr lang="es-CO" sz="1600" b="1" dirty="0">
                <a:highlight>
                  <a:srgbClr val="00FF00"/>
                </a:highlight>
              </a:rPr>
              <a:t> </a:t>
            </a:r>
            <a:r>
              <a:rPr lang="es-CO" sz="1600" b="1" dirty="0" err="1">
                <a:highlight>
                  <a:srgbClr val="00FF00"/>
                </a:highlight>
              </a:rPr>
              <a:t>into</a:t>
            </a:r>
            <a:r>
              <a:rPr lang="es-CO" sz="1600" b="1" dirty="0">
                <a:highlight>
                  <a:srgbClr val="00FF00"/>
                </a:highlight>
              </a:rPr>
              <a:t> </a:t>
            </a:r>
            <a:r>
              <a:rPr lang="es-CO" sz="1600" b="1" dirty="0" err="1">
                <a:highlight>
                  <a:srgbClr val="00FF00"/>
                </a:highlight>
              </a:rPr>
              <a:t>spanish</a:t>
            </a:r>
            <a:endParaRPr lang="es-CO" sz="1600" b="1" dirty="0">
              <a:highlight>
                <a:srgbClr val="00FF00"/>
              </a:highlight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54D911E-5FD7-4D0E-BB58-1FA714F729C4}"/>
              </a:ext>
            </a:extLst>
          </p:cNvPr>
          <p:cNvSpPr txBox="1"/>
          <p:nvPr/>
        </p:nvSpPr>
        <p:spPr>
          <a:xfrm>
            <a:off x="1872202" y="1090739"/>
            <a:ext cx="3168118" cy="3977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u="sng" dirty="0">
                <a:latin typeface="Arial" panose="020B0604020202020204" pitchFamily="34" charset="0"/>
              </a:rPr>
              <a:t>…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F719A0F-66A9-4511-A124-DB8F09127564}"/>
              </a:ext>
            </a:extLst>
          </p:cNvPr>
          <p:cNvSpPr txBox="1"/>
          <p:nvPr/>
        </p:nvSpPr>
        <p:spPr>
          <a:xfrm>
            <a:off x="5446446" y="1306632"/>
            <a:ext cx="3168118" cy="4235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…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CuadroTexto 21">
            <a:extLst>
              <a:ext uri="{FF2B5EF4-FFF2-40B4-BE49-F238E27FC236}">
                <a16:creationId xmlns:a16="http://schemas.microsoft.com/office/drawing/2014/main" id="{94ACEED7-FC45-44E8-B606-BDB1631F8F27}"/>
              </a:ext>
            </a:extLst>
          </p:cNvPr>
          <p:cNvSpPr txBox="1"/>
          <p:nvPr/>
        </p:nvSpPr>
        <p:spPr>
          <a:xfrm>
            <a:off x="7596497" y="6233757"/>
            <a:ext cx="1844425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b="1" i="1" dirty="0">
                <a:solidFill>
                  <a:schemeClr val="tx1"/>
                </a:solidFill>
                <a:latin typeface="Arial" panose="020B0604020202020204" pitchFamily="34" charset="0"/>
              </a:rPr>
              <a:t>false</a:t>
            </a:r>
            <a:endParaRPr lang="es-CO" sz="1600" b="1" dirty="0">
              <a:solidFill>
                <a:schemeClr val="tx1"/>
              </a:solidFill>
            </a:endParaRPr>
          </a:p>
        </p:txBody>
      </p:sp>
      <p:sp>
        <p:nvSpPr>
          <p:cNvPr id="18" name="CuadroTexto 21">
            <a:extLst>
              <a:ext uri="{FF2B5EF4-FFF2-40B4-BE49-F238E27FC236}">
                <a16:creationId xmlns:a16="http://schemas.microsoft.com/office/drawing/2014/main" id="{0503D43E-6F13-4190-852F-0B26BD49C640}"/>
              </a:ext>
            </a:extLst>
          </p:cNvPr>
          <p:cNvSpPr txBox="1"/>
          <p:nvPr/>
        </p:nvSpPr>
        <p:spPr>
          <a:xfrm>
            <a:off x="4928146" y="6206199"/>
            <a:ext cx="1844425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b="1" i="1" dirty="0">
                <a:solidFill>
                  <a:schemeClr val="tx1"/>
                </a:solidFill>
                <a:latin typeface="Arial" panose="020B0604020202020204" pitchFamily="34" charset="0"/>
              </a:rPr>
              <a:t>true</a:t>
            </a:r>
            <a:endParaRPr lang="es-CO" sz="1600" b="1" dirty="0">
              <a:solidFill>
                <a:schemeClr val="tx1"/>
              </a:solidFill>
            </a:endParaRPr>
          </a:p>
        </p:txBody>
      </p:sp>
      <p:sp>
        <p:nvSpPr>
          <p:cNvPr id="21" name="CuadroTexto 21">
            <a:extLst>
              <a:ext uri="{FF2B5EF4-FFF2-40B4-BE49-F238E27FC236}">
                <a16:creationId xmlns:a16="http://schemas.microsoft.com/office/drawing/2014/main" id="{4D2AB1E6-657F-4698-B0E0-5114B40CCD0C}"/>
              </a:ext>
            </a:extLst>
          </p:cNvPr>
          <p:cNvSpPr txBox="1"/>
          <p:nvPr/>
        </p:nvSpPr>
        <p:spPr>
          <a:xfrm>
            <a:off x="1497701" y="6233757"/>
            <a:ext cx="1844425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b="1" i="1" dirty="0">
                <a:solidFill>
                  <a:schemeClr val="tx1"/>
                </a:solidFill>
                <a:latin typeface="Arial" panose="020B0604020202020204" pitchFamily="34" charset="0"/>
              </a:rPr>
              <a:t>if</a:t>
            </a:r>
            <a:endParaRPr lang="es-CO" sz="1600" b="1" dirty="0">
              <a:solidFill>
                <a:schemeClr val="tx1"/>
              </a:solidFill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AD01377A-DEEF-4A5E-B1B1-AD638948E3FB}"/>
              </a:ext>
            </a:extLst>
          </p:cNvPr>
          <p:cNvSpPr txBox="1"/>
          <p:nvPr/>
        </p:nvSpPr>
        <p:spPr>
          <a:xfrm>
            <a:off x="9772086" y="6233757"/>
            <a:ext cx="1844425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b="1" i="1" dirty="0">
                <a:solidFill>
                  <a:schemeClr val="tx1"/>
                </a:solidFill>
                <a:latin typeface="Arial" panose="020B0604020202020204" pitchFamily="34" charset="0"/>
              </a:rPr>
              <a:t>so</a:t>
            </a:r>
            <a:endParaRPr lang="es-CO" sz="1600" b="1" dirty="0">
              <a:solidFill>
                <a:schemeClr val="tx1"/>
              </a:solidFill>
            </a:endParaRPr>
          </a:p>
        </p:txBody>
      </p:sp>
      <p:pic>
        <p:nvPicPr>
          <p:cNvPr id="23" name="Picture 2" descr="Transition between volume_up and volume_down icons - Stack Overflow">
            <a:extLst>
              <a:ext uri="{FF2B5EF4-FFF2-40B4-BE49-F238E27FC236}">
                <a16:creationId xmlns:a16="http://schemas.microsoft.com/office/drawing/2014/main" id="{D9240778-ED83-49CA-83CB-29313B6F0EEF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4022" y="2848462"/>
            <a:ext cx="632489" cy="6324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DF8E65C1-8512-6E51-EED8-89F83BC31C2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10776693" y="1535442"/>
            <a:ext cx="800814" cy="800814"/>
          </a:xfrm>
          <a:prstGeom prst="rect">
            <a:avLst/>
          </a:prstGeom>
        </p:spPr>
      </p:pic>
      <p:pic>
        <p:nvPicPr>
          <p:cNvPr id="8" name="Sonido grabado">
            <a:hlinkClick r:id="" action="ppaction://media"/>
            <a:extLst>
              <a:ext uri="{FF2B5EF4-FFF2-40B4-BE49-F238E27FC236}">
                <a16:creationId xmlns:a16="http://schemas.microsoft.com/office/drawing/2014/main" id="{3505C6D1-FD96-4EEF-A232-E89174553F3A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10776693" y="4062054"/>
            <a:ext cx="800814" cy="800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7135559"/>
      </p:ext>
    </p:extLst>
  </p:cSld>
  <p:clrMapOvr>
    <a:masterClrMapping/>
  </p:clrMapOvr>
  <p:transition>
    <p:fade/>
    <p:sndAc>
      <p:stSnd>
        <p:snd r:embed="rId6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3" dur="2438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7" dur="12920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100000">
                <p:cTn id="2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2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  <p:bldLst>
      <p:bldP spid="7" grpId="0" animBg="1"/>
      <p:bldP spid="17" grpId="0" animBg="1"/>
      <p:bldP spid="1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22">
            <a:extLst>
              <a:ext uri="{FF2B5EF4-FFF2-40B4-BE49-F238E27FC236}">
                <a16:creationId xmlns:a16="http://schemas.microsoft.com/office/drawing/2014/main" id="{2F12AE26-41F4-4501-93CA-40F8965B83A5}"/>
              </a:ext>
            </a:extLst>
          </p:cNvPr>
          <p:cNvSpPr txBox="1"/>
          <p:nvPr/>
        </p:nvSpPr>
        <p:spPr>
          <a:xfrm>
            <a:off x="9481625" y="0"/>
            <a:ext cx="2710375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CO" sz="1600" b="1" dirty="0" err="1"/>
              <a:t>python</a:t>
            </a:r>
            <a:endParaRPr lang="es-CO" sz="1600" b="1" dirty="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1C5801A4-2A35-4DD5-83A2-AC052A742263}"/>
              </a:ext>
            </a:extLst>
          </p:cNvPr>
          <p:cNvSpPr/>
          <p:nvPr/>
        </p:nvSpPr>
        <p:spPr>
          <a:xfrm rot="5400000">
            <a:off x="1347746" y="1037746"/>
            <a:ext cx="641108" cy="1095680"/>
          </a:xfrm>
          <a:prstGeom prst="rightArrow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2D1FB797-0212-42F1-89D6-6C2A365C2C26}"/>
              </a:ext>
            </a:extLst>
          </p:cNvPr>
          <p:cNvSpPr/>
          <p:nvPr/>
        </p:nvSpPr>
        <p:spPr>
          <a:xfrm rot="5400000">
            <a:off x="4687653" y="1038572"/>
            <a:ext cx="698658" cy="1036478"/>
          </a:xfrm>
          <a:prstGeom prst="rightArrow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C93F1724-6589-4957-803C-8816FEEE7133}"/>
              </a:ext>
            </a:extLst>
          </p:cNvPr>
          <p:cNvSpPr/>
          <p:nvPr/>
        </p:nvSpPr>
        <p:spPr>
          <a:xfrm rot="5400000">
            <a:off x="7182757" y="999849"/>
            <a:ext cx="641108" cy="1171474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3" name="Picture 4" descr="http://www.ccisd.com/cms/lib/TX01000559/Centricity/Domain/52/AG00317_.GIF">
            <a:extLst>
              <a:ext uri="{FF2B5EF4-FFF2-40B4-BE49-F238E27FC236}">
                <a16:creationId xmlns:a16="http://schemas.microsoft.com/office/drawing/2014/main" id="{6CD2C74E-42A3-40ED-AFB2-646B1925287B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90046" y="5850563"/>
            <a:ext cx="665723" cy="857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Arrow: Down 16">
            <a:extLst>
              <a:ext uri="{FF2B5EF4-FFF2-40B4-BE49-F238E27FC236}">
                <a16:creationId xmlns:a16="http://schemas.microsoft.com/office/drawing/2014/main" id="{20513E6D-D533-43F2-BF77-CBE2FCF80DA7}"/>
              </a:ext>
            </a:extLst>
          </p:cNvPr>
          <p:cNvSpPr/>
          <p:nvPr/>
        </p:nvSpPr>
        <p:spPr>
          <a:xfrm rot="18746080">
            <a:off x="-71741" y="-394308"/>
            <a:ext cx="2359917" cy="978331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202124"/>
                </a:solidFill>
                <a:highlight>
                  <a:srgbClr val="00FF00"/>
                </a:highlight>
                <a:latin typeface="arial" panose="020B0604020202020204" pitchFamily="34" charset="0"/>
              </a:rPr>
              <a:t>equations</a:t>
            </a:r>
            <a:endParaRPr lang="es-CO" sz="1400" b="1" dirty="0">
              <a:highlight>
                <a:srgbClr val="00FF00"/>
              </a:highlight>
            </a:endParaRPr>
          </a:p>
        </p:txBody>
      </p:sp>
      <p:sp>
        <p:nvSpPr>
          <p:cNvPr id="19" name="CuadroTexto 22">
            <a:extLst>
              <a:ext uri="{FF2B5EF4-FFF2-40B4-BE49-F238E27FC236}">
                <a16:creationId xmlns:a16="http://schemas.microsoft.com/office/drawing/2014/main" id="{CF2B73A9-39AE-4CA5-B9AC-A96510C5035F}"/>
              </a:ext>
            </a:extLst>
          </p:cNvPr>
          <p:cNvSpPr txBox="1"/>
          <p:nvPr/>
        </p:nvSpPr>
        <p:spPr>
          <a:xfrm>
            <a:off x="9787598" y="5293293"/>
            <a:ext cx="2314407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CO" sz="1600" b="1" dirty="0" err="1">
                <a:highlight>
                  <a:srgbClr val="00FF00"/>
                </a:highlight>
              </a:rPr>
              <a:t>Pronunciation</a:t>
            </a:r>
            <a:r>
              <a:rPr lang="es-CO" sz="1600" b="1" dirty="0">
                <a:highlight>
                  <a:srgbClr val="00FF00"/>
                </a:highlight>
              </a:rPr>
              <a:t> </a:t>
            </a:r>
            <a:r>
              <a:rPr lang="es-CO" sz="1600" b="1" dirty="0" err="1">
                <a:highlight>
                  <a:srgbClr val="00FF00"/>
                </a:highlight>
              </a:rPr>
              <a:t>Practice</a:t>
            </a:r>
            <a:r>
              <a:rPr lang="es-CO" sz="1600" b="1" dirty="0">
                <a:highlight>
                  <a:srgbClr val="00FF00"/>
                </a:highlight>
              </a:rPr>
              <a:t> </a:t>
            </a:r>
          </a:p>
        </p:txBody>
      </p:sp>
      <p:sp>
        <p:nvSpPr>
          <p:cNvPr id="20" name="CuadroTexto 21">
            <a:extLst>
              <a:ext uri="{FF2B5EF4-FFF2-40B4-BE49-F238E27FC236}">
                <a16:creationId xmlns:a16="http://schemas.microsoft.com/office/drawing/2014/main" id="{EBD3D87F-5562-434D-BBBE-900D9050A029}"/>
              </a:ext>
            </a:extLst>
          </p:cNvPr>
          <p:cNvSpPr txBox="1"/>
          <p:nvPr/>
        </p:nvSpPr>
        <p:spPr>
          <a:xfrm>
            <a:off x="4268720" y="5425350"/>
            <a:ext cx="1844425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b="1" i="1" dirty="0">
                <a:solidFill>
                  <a:schemeClr val="tx1"/>
                </a:solidFill>
                <a:latin typeface="Arial" panose="020B0604020202020204" pitchFamily="34" charset="0"/>
              </a:rPr>
              <a:t>p = y &gt; t != j</a:t>
            </a:r>
            <a:endParaRPr lang="es-CO" sz="1600" b="1" dirty="0">
              <a:solidFill>
                <a:schemeClr val="tx1"/>
              </a:solidFill>
            </a:endParaRPr>
          </a:p>
        </p:txBody>
      </p:sp>
      <p:sp>
        <p:nvSpPr>
          <p:cNvPr id="29" name="CuadroTexto 21">
            <a:extLst>
              <a:ext uri="{FF2B5EF4-FFF2-40B4-BE49-F238E27FC236}">
                <a16:creationId xmlns:a16="http://schemas.microsoft.com/office/drawing/2014/main" id="{6AF9BD6F-B052-4FF5-9E25-BB6EFCC2944A}"/>
              </a:ext>
            </a:extLst>
          </p:cNvPr>
          <p:cNvSpPr txBox="1"/>
          <p:nvPr/>
        </p:nvSpPr>
        <p:spPr>
          <a:xfrm>
            <a:off x="6917574" y="2661382"/>
            <a:ext cx="1844425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b="1" i="1" dirty="0">
                <a:solidFill>
                  <a:schemeClr val="tx1"/>
                </a:solidFill>
                <a:latin typeface="Arial" panose="020B0604020202020204" pitchFamily="34" charset="0"/>
              </a:rPr>
              <a:t>x == 10 &gt; s</a:t>
            </a:r>
            <a:endParaRPr lang="es-CO" sz="1600" b="1" dirty="0">
              <a:solidFill>
                <a:schemeClr val="tx1"/>
              </a:solidFill>
            </a:endParaRPr>
          </a:p>
        </p:txBody>
      </p:sp>
      <p:sp>
        <p:nvSpPr>
          <p:cNvPr id="46" name="CuadroTexto 21">
            <a:extLst>
              <a:ext uri="{FF2B5EF4-FFF2-40B4-BE49-F238E27FC236}">
                <a16:creationId xmlns:a16="http://schemas.microsoft.com/office/drawing/2014/main" id="{6D86171E-E98D-461E-A123-628961B38CFE}"/>
              </a:ext>
            </a:extLst>
          </p:cNvPr>
          <p:cNvSpPr txBox="1"/>
          <p:nvPr/>
        </p:nvSpPr>
        <p:spPr>
          <a:xfrm>
            <a:off x="1108217" y="2661382"/>
            <a:ext cx="1844425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b="1" i="1" dirty="0">
                <a:solidFill>
                  <a:schemeClr val="tx1"/>
                </a:solidFill>
                <a:latin typeface="Arial" panose="020B0604020202020204" pitchFamily="34" charset="0"/>
              </a:rPr>
              <a:t>g= j &lt; t</a:t>
            </a:r>
            <a:endParaRPr lang="es-CO" sz="1600" b="1" dirty="0">
              <a:solidFill>
                <a:schemeClr val="tx1"/>
              </a:solidFill>
            </a:endParaRPr>
          </a:p>
        </p:txBody>
      </p:sp>
      <p:sp>
        <p:nvSpPr>
          <p:cNvPr id="47" name="Arrow: Right 46">
            <a:extLst>
              <a:ext uri="{FF2B5EF4-FFF2-40B4-BE49-F238E27FC236}">
                <a16:creationId xmlns:a16="http://schemas.microsoft.com/office/drawing/2014/main" id="{0B37631D-3387-4AB9-B2DD-E1AB50A9F7D6}"/>
              </a:ext>
            </a:extLst>
          </p:cNvPr>
          <p:cNvSpPr/>
          <p:nvPr/>
        </p:nvSpPr>
        <p:spPr>
          <a:xfrm rot="5400000">
            <a:off x="1397027" y="3801714"/>
            <a:ext cx="641108" cy="1095680"/>
          </a:xfrm>
          <a:prstGeom prst="rightArrow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Arrow: Right 47">
            <a:extLst>
              <a:ext uri="{FF2B5EF4-FFF2-40B4-BE49-F238E27FC236}">
                <a16:creationId xmlns:a16="http://schemas.microsoft.com/office/drawing/2014/main" id="{52B757D9-00E3-4E44-BCEE-7C0D2592B5C8}"/>
              </a:ext>
            </a:extLst>
          </p:cNvPr>
          <p:cNvSpPr/>
          <p:nvPr/>
        </p:nvSpPr>
        <p:spPr>
          <a:xfrm rot="5400000">
            <a:off x="4736934" y="3802540"/>
            <a:ext cx="698658" cy="1036478"/>
          </a:xfrm>
          <a:prstGeom prst="rightArrow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9" name="Arrow: Right 48">
            <a:extLst>
              <a:ext uri="{FF2B5EF4-FFF2-40B4-BE49-F238E27FC236}">
                <a16:creationId xmlns:a16="http://schemas.microsoft.com/office/drawing/2014/main" id="{03296002-F7DE-4AA2-9F8A-15AAF082A1A2}"/>
              </a:ext>
            </a:extLst>
          </p:cNvPr>
          <p:cNvSpPr/>
          <p:nvPr/>
        </p:nvSpPr>
        <p:spPr>
          <a:xfrm rot="5400000">
            <a:off x="7232038" y="3763817"/>
            <a:ext cx="641108" cy="1171474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" name="CuadroTexto 21">
            <a:extLst>
              <a:ext uri="{FF2B5EF4-FFF2-40B4-BE49-F238E27FC236}">
                <a16:creationId xmlns:a16="http://schemas.microsoft.com/office/drawing/2014/main" id="{D40D4C46-344F-415B-ADD0-1D2606954BC9}"/>
              </a:ext>
            </a:extLst>
          </p:cNvPr>
          <p:cNvSpPr txBox="1"/>
          <p:nvPr/>
        </p:nvSpPr>
        <p:spPr>
          <a:xfrm>
            <a:off x="6939900" y="5426284"/>
            <a:ext cx="1844425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CO" sz="1600" b="1" dirty="0">
                <a:solidFill>
                  <a:schemeClr val="tx1"/>
                </a:solidFill>
              </a:rPr>
              <a:t>q != k &gt; v = h</a:t>
            </a:r>
          </a:p>
        </p:txBody>
      </p:sp>
      <p:sp>
        <p:nvSpPr>
          <p:cNvPr id="51" name="CuadroTexto 21">
            <a:extLst>
              <a:ext uri="{FF2B5EF4-FFF2-40B4-BE49-F238E27FC236}">
                <a16:creationId xmlns:a16="http://schemas.microsoft.com/office/drawing/2014/main" id="{9C3FBAC9-6DFC-4F27-AC8C-61C5CF0F4610}"/>
              </a:ext>
            </a:extLst>
          </p:cNvPr>
          <p:cNvSpPr txBox="1"/>
          <p:nvPr/>
        </p:nvSpPr>
        <p:spPr>
          <a:xfrm>
            <a:off x="4114769" y="2701884"/>
            <a:ext cx="1844425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CO" sz="1600" b="1" dirty="0">
                <a:solidFill>
                  <a:schemeClr val="tx1"/>
                </a:solidFill>
              </a:rPr>
              <a:t>U = 3 &lt; f</a:t>
            </a:r>
          </a:p>
        </p:txBody>
      </p:sp>
      <p:sp>
        <p:nvSpPr>
          <p:cNvPr id="52" name="CuadroTexto 21">
            <a:extLst>
              <a:ext uri="{FF2B5EF4-FFF2-40B4-BE49-F238E27FC236}">
                <a16:creationId xmlns:a16="http://schemas.microsoft.com/office/drawing/2014/main" id="{AE0F6EFB-8BE0-4D3E-B94E-331922E99F11}"/>
              </a:ext>
            </a:extLst>
          </p:cNvPr>
          <p:cNvSpPr txBox="1"/>
          <p:nvPr/>
        </p:nvSpPr>
        <p:spPr>
          <a:xfrm>
            <a:off x="1157498" y="5425350"/>
            <a:ext cx="1844425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b="1" i="1" dirty="0">
                <a:solidFill>
                  <a:schemeClr val="tx1"/>
                </a:solidFill>
                <a:latin typeface="Arial" panose="020B0604020202020204" pitchFamily="34" charset="0"/>
              </a:rPr>
              <a:t>If (e &lt; 13):</a:t>
            </a:r>
            <a:endParaRPr lang="es-CO" sz="1600" b="1" dirty="0">
              <a:solidFill>
                <a:schemeClr val="tx1"/>
              </a:solidFill>
            </a:endParaRPr>
          </a:p>
        </p:txBody>
      </p:sp>
      <p:pic>
        <p:nvPicPr>
          <p:cNvPr id="53" name="Picture 2" descr="Lexa (@thrnio) | Find &amp; Make GIFs on Gfycat">
            <a:extLst>
              <a:ext uri="{FF2B5EF4-FFF2-40B4-BE49-F238E27FC236}">
                <a16:creationId xmlns:a16="http://schemas.microsoft.com/office/drawing/2014/main" id="{915D8F36-DD4F-4143-B155-C176E6FAA0FC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398" y="6149385"/>
            <a:ext cx="1159285" cy="652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D0022433-1B80-4758-A46D-B01FAAB7AB79}"/>
              </a:ext>
            </a:extLst>
          </p:cNvPr>
          <p:cNvSpPr txBox="1"/>
          <p:nvPr/>
        </p:nvSpPr>
        <p:spPr>
          <a:xfrm>
            <a:off x="1761369" y="34031"/>
            <a:ext cx="7112875" cy="9664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</a:pPr>
            <a:r>
              <a:rPr lang="en-US" sz="18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PRONUNCIATION PRACTICE:</a:t>
            </a:r>
          </a:p>
          <a:p>
            <a:pPr algn="just">
              <a:lnSpc>
                <a:spcPct val="107000"/>
              </a:lnSpc>
            </a:pPr>
            <a:endParaRPr lang="en-US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</a:pPr>
            <a:r>
              <a:rPr lang="en-US" b="1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Variables AND numerical value in an equation.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2" name="Arrow: Down 61">
            <a:extLst>
              <a:ext uri="{FF2B5EF4-FFF2-40B4-BE49-F238E27FC236}">
                <a16:creationId xmlns:a16="http://schemas.microsoft.com/office/drawing/2014/main" id="{371FD0F8-88FB-4A2F-B9F8-610C9B89BBA8}"/>
              </a:ext>
            </a:extLst>
          </p:cNvPr>
          <p:cNvSpPr/>
          <p:nvPr/>
        </p:nvSpPr>
        <p:spPr>
          <a:xfrm rot="2666933">
            <a:off x="8161995" y="1207482"/>
            <a:ext cx="4290647" cy="1160585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highlight>
                  <a:srgbClr val="FF00FF"/>
                </a:highlight>
              </a:rPr>
              <a:t>Your turn</a:t>
            </a:r>
          </a:p>
        </p:txBody>
      </p:sp>
      <p:pic>
        <p:nvPicPr>
          <p:cNvPr id="3" name="Sonido grabado">
            <a:hlinkClick r:id="" action="ppaction://media"/>
            <a:extLst>
              <a:ext uri="{FF2B5EF4-FFF2-40B4-BE49-F238E27FC236}">
                <a16:creationId xmlns:a16="http://schemas.microsoft.com/office/drawing/2014/main" id="{CDC5F1F5-50EB-4B09-B2D6-9F7CF273AB2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7"/>
          <a:stretch>
            <a:fillRect/>
          </a:stretch>
        </p:blipFill>
        <p:spPr>
          <a:xfrm>
            <a:off x="876585" y="1906140"/>
            <a:ext cx="652098" cy="652098"/>
          </a:xfrm>
          <a:prstGeom prst="rect">
            <a:avLst/>
          </a:prstGeom>
        </p:spPr>
      </p:pic>
      <p:pic>
        <p:nvPicPr>
          <p:cNvPr id="5" name="Sonido grabado">
            <a:hlinkClick r:id="" action="ppaction://media"/>
            <a:extLst>
              <a:ext uri="{FF2B5EF4-FFF2-40B4-BE49-F238E27FC236}">
                <a16:creationId xmlns:a16="http://schemas.microsoft.com/office/drawing/2014/main" id="{A212E70D-77EC-4917-AAEB-2569D18B3243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7"/>
          <a:stretch>
            <a:fillRect/>
          </a:stretch>
        </p:blipFill>
        <p:spPr>
          <a:xfrm>
            <a:off x="4039151" y="1971128"/>
            <a:ext cx="690254" cy="690254"/>
          </a:xfrm>
          <a:prstGeom prst="rect">
            <a:avLst/>
          </a:prstGeom>
        </p:spPr>
      </p:pic>
      <p:pic>
        <p:nvPicPr>
          <p:cNvPr id="6" name="Sonido grabado">
            <a:hlinkClick r:id="" action="ppaction://media"/>
            <a:extLst>
              <a:ext uri="{FF2B5EF4-FFF2-40B4-BE49-F238E27FC236}">
                <a16:creationId xmlns:a16="http://schemas.microsoft.com/office/drawing/2014/main" id="{773CF873-D3EA-4DE1-82C4-F0235B67C1FC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7"/>
          <a:stretch>
            <a:fillRect/>
          </a:stretch>
        </p:blipFill>
        <p:spPr>
          <a:xfrm>
            <a:off x="6989338" y="2062902"/>
            <a:ext cx="583955" cy="583955"/>
          </a:xfrm>
          <a:prstGeom prst="rect">
            <a:avLst/>
          </a:prstGeom>
        </p:spPr>
      </p:pic>
      <p:pic>
        <p:nvPicPr>
          <p:cNvPr id="11" name="Sonido grabado">
            <a:hlinkClick r:id="" action="ppaction://media"/>
            <a:extLst>
              <a:ext uri="{FF2B5EF4-FFF2-40B4-BE49-F238E27FC236}">
                <a16:creationId xmlns:a16="http://schemas.microsoft.com/office/drawing/2014/main" id="{5E866C7D-F76B-4851-A7BC-E2E6C289C9AB}"/>
              </a:ext>
            </a:extLst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7"/>
          <a:stretch>
            <a:fillRect/>
          </a:stretch>
        </p:blipFill>
        <p:spPr>
          <a:xfrm>
            <a:off x="1105829" y="4765272"/>
            <a:ext cx="652098" cy="652098"/>
          </a:xfrm>
          <a:prstGeom prst="rect">
            <a:avLst/>
          </a:prstGeom>
        </p:spPr>
      </p:pic>
      <p:pic>
        <p:nvPicPr>
          <p:cNvPr id="12" name="Sonido grabado">
            <a:hlinkClick r:id="" action="ppaction://media"/>
            <a:extLst>
              <a:ext uri="{FF2B5EF4-FFF2-40B4-BE49-F238E27FC236}">
                <a16:creationId xmlns:a16="http://schemas.microsoft.com/office/drawing/2014/main" id="{E88C58C8-8DD1-446B-9163-927143B1507B}"/>
              </a:ext>
            </a:extLst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7"/>
          <a:stretch>
            <a:fillRect/>
          </a:stretch>
        </p:blipFill>
        <p:spPr>
          <a:xfrm>
            <a:off x="4384278" y="4731544"/>
            <a:ext cx="651657" cy="651657"/>
          </a:xfrm>
          <a:prstGeom prst="rect">
            <a:avLst/>
          </a:prstGeom>
        </p:spPr>
      </p:pic>
      <p:pic>
        <p:nvPicPr>
          <p:cNvPr id="14" name="Sonido grabado">
            <a:hlinkClick r:id="" action="ppaction://media"/>
            <a:extLst>
              <a:ext uri="{FF2B5EF4-FFF2-40B4-BE49-F238E27FC236}">
                <a16:creationId xmlns:a16="http://schemas.microsoft.com/office/drawing/2014/main" id="{62932B19-A732-467B-A819-93437ED62004}"/>
              </a:ext>
            </a:extLst>
          </p:cNvPr>
          <p:cNvPicPr>
            <a:picLocks noChangeAspect="1"/>
          </p:cNvPicPr>
          <p:nvPr>
            <a:audioFile r:link="rId12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7"/>
          <a:stretch>
            <a:fillRect/>
          </a:stretch>
        </p:blipFill>
        <p:spPr>
          <a:xfrm>
            <a:off x="7023070" y="4838735"/>
            <a:ext cx="639216" cy="639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0903808"/>
      </p:ext>
    </p:extLst>
  </p:cSld>
  <p:clrMapOvr>
    <a:masterClrMapping/>
  </p:clrMapOvr>
  <p:transition>
    <p:fade/>
    <p:sndAc>
      <p:stSnd>
        <p:snd r:embed="rId14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9" dur="535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53" dur="4514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57" dur="553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1" dur="4375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5" dur="7742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9" dur="7463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100000">
                <p:cTn id="7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  <p:audio>
              <p:cMediaNode vol="80000">
                <p:cTn id="7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>
                <p:cTn id="7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 vol="100000">
                <p:cTn id="7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  <p:audio>
              <p:cMediaNode vol="80000">
                <p:cTn id="7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audio>
            <p:audio>
              <p:cMediaNode vol="100000">
                <p:cTn id="7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4"/>
                </p:tgtEl>
              </p:cMediaNode>
            </p:audio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7" grpId="0" animBg="1"/>
      <p:bldP spid="19" grpId="0" animBg="1"/>
      <p:bldP spid="47" grpId="0" animBg="1"/>
      <p:bldP spid="48" grpId="0" animBg="1"/>
      <p:bldP spid="49" grpId="0" animBg="1"/>
      <p:bldP spid="6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0" name="Google Shape;380;p15" descr="The English Alphabet Pronunciation - ABC [ Learn the English ] - YouTube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34049" y="0"/>
            <a:ext cx="1020265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15"/>
          <p:cNvSpPr txBox="1"/>
          <p:nvPr/>
        </p:nvSpPr>
        <p:spPr>
          <a:xfrm>
            <a:off x="3267164" y="0"/>
            <a:ext cx="5018707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TIME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2" name="Google Shape;382;p15" descr="http://www.ccisd.com/cms/lib/TX01000559/Centricity/Domain/52/AG00317_.GIF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1176070" y="5359569"/>
            <a:ext cx="1015930" cy="1308519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15"/>
          <p:cNvSpPr txBox="1"/>
          <p:nvPr/>
        </p:nvSpPr>
        <p:spPr>
          <a:xfrm>
            <a:off x="1193247" y="2257900"/>
            <a:ext cx="854841" cy="266111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5"/>
          <p:cNvSpPr txBox="1"/>
          <p:nvPr/>
        </p:nvSpPr>
        <p:spPr>
          <a:xfrm>
            <a:off x="2412322" y="2232404"/>
            <a:ext cx="854841" cy="266111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5"/>
          <p:cNvSpPr txBox="1"/>
          <p:nvPr/>
        </p:nvSpPr>
        <p:spPr>
          <a:xfrm>
            <a:off x="3447556" y="2189951"/>
            <a:ext cx="844339" cy="283072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5"/>
          <p:cNvSpPr txBox="1"/>
          <p:nvPr/>
        </p:nvSpPr>
        <p:spPr>
          <a:xfrm>
            <a:off x="4656129" y="2206911"/>
            <a:ext cx="844339" cy="266112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5"/>
          <p:cNvSpPr txBox="1"/>
          <p:nvPr/>
        </p:nvSpPr>
        <p:spPr>
          <a:xfrm>
            <a:off x="1193248" y="2257901"/>
            <a:ext cx="854841" cy="266111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5"/>
          <p:cNvSpPr txBox="1"/>
          <p:nvPr/>
        </p:nvSpPr>
        <p:spPr>
          <a:xfrm>
            <a:off x="2412323" y="2232405"/>
            <a:ext cx="854841" cy="266111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5"/>
          <p:cNvSpPr txBox="1"/>
          <p:nvPr/>
        </p:nvSpPr>
        <p:spPr>
          <a:xfrm>
            <a:off x="7798742" y="2217530"/>
            <a:ext cx="844339" cy="283072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5"/>
          <p:cNvSpPr txBox="1"/>
          <p:nvPr/>
        </p:nvSpPr>
        <p:spPr>
          <a:xfrm>
            <a:off x="8935338" y="2220423"/>
            <a:ext cx="844339" cy="266112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5"/>
          <p:cNvSpPr txBox="1"/>
          <p:nvPr/>
        </p:nvSpPr>
        <p:spPr>
          <a:xfrm>
            <a:off x="5776517" y="2257899"/>
            <a:ext cx="854841" cy="266111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5"/>
          <p:cNvSpPr txBox="1"/>
          <p:nvPr/>
        </p:nvSpPr>
        <p:spPr>
          <a:xfrm>
            <a:off x="6767092" y="2232404"/>
            <a:ext cx="854841" cy="266111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5"/>
          <p:cNvSpPr txBox="1"/>
          <p:nvPr/>
        </p:nvSpPr>
        <p:spPr>
          <a:xfrm>
            <a:off x="7757667" y="2215443"/>
            <a:ext cx="844339" cy="283072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5"/>
          <p:cNvSpPr txBox="1"/>
          <p:nvPr/>
        </p:nvSpPr>
        <p:spPr>
          <a:xfrm>
            <a:off x="8894263" y="2218336"/>
            <a:ext cx="844339" cy="266112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5"/>
          <p:cNvSpPr txBox="1"/>
          <p:nvPr/>
        </p:nvSpPr>
        <p:spPr>
          <a:xfrm>
            <a:off x="3447555" y="2189950"/>
            <a:ext cx="844339" cy="283072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5"/>
          <p:cNvSpPr txBox="1"/>
          <p:nvPr/>
        </p:nvSpPr>
        <p:spPr>
          <a:xfrm>
            <a:off x="4656128" y="2206910"/>
            <a:ext cx="844339" cy="266112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5"/>
          <p:cNvSpPr txBox="1"/>
          <p:nvPr/>
        </p:nvSpPr>
        <p:spPr>
          <a:xfrm>
            <a:off x="2412322" y="2232404"/>
            <a:ext cx="854841" cy="266111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5"/>
          <p:cNvSpPr txBox="1"/>
          <p:nvPr/>
        </p:nvSpPr>
        <p:spPr>
          <a:xfrm>
            <a:off x="5776516" y="2257898"/>
            <a:ext cx="854841" cy="266111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5"/>
          <p:cNvSpPr txBox="1"/>
          <p:nvPr/>
        </p:nvSpPr>
        <p:spPr>
          <a:xfrm>
            <a:off x="6767091" y="2232403"/>
            <a:ext cx="854841" cy="266111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5"/>
          <p:cNvSpPr txBox="1"/>
          <p:nvPr/>
        </p:nvSpPr>
        <p:spPr>
          <a:xfrm>
            <a:off x="7757666" y="2215442"/>
            <a:ext cx="844339" cy="283072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5"/>
          <p:cNvSpPr txBox="1"/>
          <p:nvPr/>
        </p:nvSpPr>
        <p:spPr>
          <a:xfrm>
            <a:off x="8894262" y="2218335"/>
            <a:ext cx="844339" cy="266112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5"/>
          <p:cNvSpPr txBox="1"/>
          <p:nvPr/>
        </p:nvSpPr>
        <p:spPr>
          <a:xfrm>
            <a:off x="662432" y="3977066"/>
            <a:ext cx="854841" cy="266111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5"/>
          <p:cNvSpPr txBox="1"/>
          <p:nvPr/>
        </p:nvSpPr>
        <p:spPr>
          <a:xfrm>
            <a:off x="2690531" y="3960106"/>
            <a:ext cx="844339" cy="283072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5"/>
          <p:cNvSpPr txBox="1"/>
          <p:nvPr/>
        </p:nvSpPr>
        <p:spPr>
          <a:xfrm>
            <a:off x="3801431" y="3977066"/>
            <a:ext cx="844339" cy="266112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5"/>
          <p:cNvSpPr txBox="1"/>
          <p:nvPr/>
        </p:nvSpPr>
        <p:spPr>
          <a:xfrm>
            <a:off x="1655298" y="4002560"/>
            <a:ext cx="854841" cy="266111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5"/>
          <p:cNvSpPr txBox="1"/>
          <p:nvPr/>
        </p:nvSpPr>
        <p:spPr>
          <a:xfrm>
            <a:off x="4862969" y="3985598"/>
            <a:ext cx="854841" cy="266111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5"/>
          <p:cNvSpPr txBox="1"/>
          <p:nvPr/>
        </p:nvSpPr>
        <p:spPr>
          <a:xfrm>
            <a:off x="6010067" y="4002559"/>
            <a:ext cx="854841" cy="266111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5"/>
          <p:cNvSpPr txBox="1"/>
          <p:nvPr/>
        </p:nvSpPr>
        <p:spPr>
          <a:xfrm>
            <a:off x="7000642" y="3985598"/>
            <a:ext cx="844339" cy="283072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5"/>
          <p:cNvSpPr txBox="1"/>
          <p:nvPr/>
        </p:nvSpPr>
        <p:spPr>
          <a:xfrm>
            <a:off x="8137238" y="3988491"/>
            <a:ext cx="844339" cy="266112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5"/>
          <p:cNvSpPr txBox="1"/>
          <p:nvPr/>
        </p:nvSpPr>
        <p:spPr>
          <a:xfrm>
            <a:off x="782378" y="5489641"/>
            <a:ext cx="854841" cy="266111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5"/>
          <p:cNvSpPr txBox="1"/>
          <p:nvPr/>
        </p:nvSpPr>
        <p:spPr>
          <a:xfrm>
            <a:off x="2884400" y="5464149"/>
            <a:ext cx="844339" cy="283072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5"/>
          <p:cNvSpPr txBox="1"/>
          <p:nvPr/>
        </p:nvSpPr>
        <p:spPr>
          <a:xfrm>
            <a:off x="3930176" y="5481109"/>
            <a:ext cx="844339" cy="266112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5"/>
          <p:cNvSpPr txBox="1"/>
          <p:nvPr/>
        </p:nvSpPr>
        <p:spPr>
          <a:xfrm>
            <a:off x="1849167" y="5506603"/>
            <a:ext cx="854841" cy="266111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5"/>
          <p:cNvSpPr txBox="1"/>
          <p:nvPr/>
        </p:nvSpPr>
        <p:spPr>
          <a:xfrm>
            <a:off x="4823876" y="5504916"/>
            <a:ext cx="854841" cy="266111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5"/>
          <p:cNvSpPr txBox="1"/>
          <p:nvPr/>
        </p:nvSpPr>
        <p:spPr>
          <a:xfrm>
            <a:off x="5728078" y="5489642"/>
            <a:ext cx="1136830" cy="257578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5"/>
          <p:cNvSpPr txBox="1"/>
          <p:nvPr/>
        </p:nvSpPr>
        <p:spPr>
          <a:xfrm>
            <a:off x="6969851" y="5489641"/>
            <a:ext cx="844339" cy="283072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5"/>
          <p:cNvSpPr txBox="1"/>
          <p:nvPr/>
        </p:nvSpPr>
        <p:spPr>
          <a:xfrm>
            <a:off x="8049923" y="5489641"/>
            <a:ext cx="844339" cy="266112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5"/>
          <p:cNvSpPr txBox="1"/>
          <p:nvPr/>
        </p:nvSpPr>
        <p:spPr>
          <a:xfrm>
            <a:off x="9146078" y="3960105"/>
            <a:ext cx="950763" cy="309771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5"/>
          <p:cNvSpPr txBox="1"/>
          <p:nvPr/>
        </p:nvSpPr>
        <p:spPr>
          <a:xfrm>
            <a:off x="9058763" y="5461255"/>
            <a:ext cx="950763" cy="309771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0" name="Google Shape;420;p15" descr="Transition between volume_up and volume_down icons - Stack Overflow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34883" y="0"/>
            <a:ext cx="823068" cy="823068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15"/>
          <p:cNvSpPr/>
          <p:nvPr/>
        </p:nvSpPr>
        <p:spPr>
          <a:xfrm rot="-3072706">
            <a:off x="9837682" y="3879288"/>
            <a:ext cx="250776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dk1"/>
                </a:solidFill>
                <a:highlight>
                  <a:srgbClr val="00FF00"/>
                </a:highlight>
                <a:latin typeface="Comic Sans MS"/>
                <a:ea typeface="Comic Sans MS"/>
                <a:cs typeface="Comic Sans MS"/>
                <a:sym typeface="Comic Sans MS"/>
              </a:rPr>
              <a:t>Your Audio</a:t>
            </a:r>
            <a:endParaRPr dirty="0"/>
          </a:p>
        </p:txBody>
      </p:sp>
      <p:pic>
        <p:nvPicPr>
          <p:cNvPr id="2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1CDE13B8-8848-5165-91C2-70AA078CF0B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10981135" y="720989"/>
            <a:ext cx="609600" cy="609600"/>
          </a:xfrm>
          <a:prstGeom prst="rect">
            <a:avLst/>
          </a:prstGeom>
        </p:spPr>
      </p:pic>
      <p:pic>
        <p:nvPicPr>
          <p:cNvPr id="3" name="Sonido grabado">
            <a:hlinkClick r:id="" action="ppaction://media"/>
            <a:extLst>
              <a:ext uri="{FF2B5EF4-FFF2-40B4-BE49-F238E27FC236}">
                <a16:creationId xmlns:a16="http://schemas.microsoft.com/office/drawing/2014/main" id="{0579C117-0C26-4DD7-BE3B-72913E41A700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11102383" y="4224439"/>
            <a:ext cx="487363" cy="487363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4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4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4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7" dur="2634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1" dur="26249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3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100000">
                <p:cTn id="3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"/>
          <p:cNvSpPr txBox="1"/>
          <p:nvPr/>
        </p:nvSpPr>
        <p:spPr>
          <a:xfrm>
            <a:off x="407963" y="126909"/>
            <a:ext cx="10888394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Your</a:t>
            </a:r>
            <a:r>
              <a:rPr lang="en-US" sz="3200" b="1" dirty="0">
                <a:solidFill>
                  <a:srgbClr val="00B0F0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r>
              <a:rPr lang="en-US" sz="3200" b="1" dirty="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turn</a:t>
            </a:r>
            <a:r>
              <a:rPr lang="en-US" sz="3200" b="1" dirty="0">
                <a:solidFill>
                  <a:srgbClr val="00B0F0"/>
                </a:solidFill>
                <a:latin typeface="Comic Sans MS"/>
                <a:ea typeface="Comic Sans MS"/>
                <a:cs typeface="Comic Sans MS"/>
                <a:sym typeface="Comic Sans MS"/>
              </a:rPr>
              <a:t> -</a:t>
            </a:r>
            <a:r>
              <a:rPr lang="en-US" sz="3200" b="1" dirty="0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NAMES</a:t>
            </a:r>
            <a:r>
              <a:rPr lang="en-US" sz="3200" b="1" dirty="0">
                <a:solidFill>
                  <a:srgbClr val="00B0F0"/>
                </a:solidFill>
                <a:latin typeface="Comic Sans MS"/>
                <a:ea typeface="Comic Sans MS"/>
                <a:cs typeface="Comic Sans MS"/>
                <a:sym typeface="Comic Sans MS"/>
              </a:rPr>
              <a:t> -GRABE AQUÍ!</a:t>
            </a:r>
            <a:endParaRPr sz="3200" dirty="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4" name="Google Shape;124;p3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794755" y="788701"/>
            <a:ext cx="10038972" cy="5223457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3"/>
          <p:cNvSpPr/>
          <p:nvPr/>
        </p:nvSpPr>
        <p:spPr>
          <a:xfrm rot="-5400000">
            <a:off x="1712309" y="6084618"/>
            <a:ext cx="517647" cy="405036"/>
          </a:xfrm>
          <a:prstGeom prst="rightArrow">
            <a:avLst>
              <a:gd name="adj1" fmla="val 50000"/>
              <a:gd name="adj2" fmla="val 50000"/>
            </a:avLst>
          </a:prstGeom>
          <a:gradFill>
            <a:gsLst>
              <a:gs pos="0">
                <a:srgbClr val="474747"/>
              </a:gs>
              <a:gs pos="50000">
                <a:schemeClr val="dk1"/>
              </a:gs>
              <a:gs pos="100000">
                <a:schemeClr val="dk1"/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274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3"/>
          <p:cNvSpPr/>
          <p:nvPr/>
        </p:nvSpPr>
        <p:spPr>
          <a:xfrm rot="-5400000">
            <a:off x="3621410" y="6070134"/>
            <a:ext cx="517647" cy="405036"/>
          </a:xfrm>
          <a:prstGeom prst="rightArrow">
            <a:avLst>
              <a:gd name="adj1" fmla="val 50000"/>
              <a:gd name="adj2" fmla="val 50000"/>
            </a:avLst>
          </a:prstGeom>
          <a:gradFill>
            <a:gsLst>
              <a:gs pos="0">
                <a:srgbClr val="474747"/>
              </a:gs>
              <a:gs pos="50000">
                <a:schemeClr val="dk1"/>
              </a:gs>
              <a:gs pos="100000">
                <a:schemeClr val="dk1"/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274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3"/>
          <p:cNvSpPr/>
          <p:nvPr/>
        </p:nvSpPr>
        <p:spPr>
          <a:xfrm rot="-5400000">
            <a:off x="5555418" y="6108349"/>
            <a:ext cx="517647" cy="405036"/>
          </a:xfrm>
          <a:prstGeom prst="rightArrow">
            <a:avLst>
              <a:gd name="adj1" fmla="val 50000"/>
              <a:gd name="adj2" fmla="val 50000"/>
            </a:avLst>
          </a:prstGeom>
          <a:gradFill>
            <a:gsLst>
              <a:gs pos="0">
                <a:srgbClr val="474747"/>
              </a:gs>
              <a:gs pos="50000">
                <a:schemeClr val="dk1"/>
              </a:gs>
              <a:gs pos="100000">
                <a:schemeClr val="dk1"/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274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3"/>
          <p:cNvSpPr/>
          <p:nvPr/>
        </p:nvSpPr>
        <p:spPr>
          <a:xfrm rot="-5400000">
            <a:off x="7464519" y="6070134"/>
            <a:ext cx="517647" cy="405036"/>
          </a:xfrm>
          <a:prstGeom prst="rightArrow">
            <a:avLst>
              <a:gd name="adj1" fmla="val 50000"/>
              <a:gd name="adj2" fmla="val 50000"/>
            </a:avLst>
          </a:prstGeom>
          <a:gradFill>
            <a:gsLst>
              <a:gs pos="0">
                <a:srgbClr val="474747"/>
              </a:gs>
              <a:gs pos="50000">
                <a:schemeClr val="dk1"/>
              </a:gs>
              <a:gs pos="100000">
                <a:schemeClr val="dk1"/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274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3"/>
          <p:cNvSpPr/>
          <p:nvPr/>
        </p:nvSpPr>
        <p:spPr>
          <a:xfrm rot="-5400000">
            <a:off x="9373620" y="6068464"/>
            <a:ext cx="517647" cy="405036"/>
          </a:xfrm>
          <a:prstGeom prst="rightArrow">
            <a:avLst>
              <a:gd name="adj1" fmla="val 50000"/>
              <a:gd name="adj2" fmla="val 50000"/>
            </a:avLst>
          </a:prstGeom>
          <a:gradFill>
            <a:gsLst>
              <a:gs pos="0">
                <a:srgbClr val="474747"/>
              </a:gs>
              <a:gs pos="50000">
                <a:schemeClr val="dk1"/>
              </a:gs>
              <a:gs pos="100000">
                <a:schemeClr val="dk1"/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274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3"/>
          <p:cNvSpPr txBox="1"/>
          <p:nvPr/>
        </p:nvSpPr>
        <p:spPr>
          <a:xfrm>
            <a:off x="-235435" y="6212285"/>
            <a:ext cx="2141807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AUDIOS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1" name="Google Shape;131;p3" descr="Transition between volume_up and volume_down icons - Stack Overflow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1116138" y="126909"/>
            <a:ext cx="823068" cy="8230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3" descr="Transition between volume_up and volume_down icons - Stack Overflow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0884823" y="5796308"/>
            <a:ext cx="823068" cy="823068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3"/>
          <p:cNvSpPr txBox="1"/>
          <p:nvPr/>
        </p:nvSpPr>
        <p:spPr>
          <a:xfrm>
            <a:off x="11551824" y="6140578"/>
            <a:ext cx="599610" cy="52322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highlight>
                  <a:srgbClr val="FFFF00"/>
                </a:highlight>
                <a:latin typeface="Comic Sans MS"/>
                <a:ea typeface="Comic Sans MS"/>
                <a:cs typeface="Comic Sans MS"/>
                <a:sym typeface="Comic Sans MS"/>
              </a:rPr>
              <a:t>A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Sonido grabado">
            <a:hlinkClick r:id="" action="ppaction://media"/>
            <a:extLst>
              <a:ext uri="{FF2B5EF4-FFF2-40B4-BE49-F238E27FC236}">
                <a16:creationId xmlns:a16="http://schemas.microsoft.com/office/drawing/2014/main" id="{7F801746-8BEA-4DAA-91D8-8872FF3D2AD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1744770" y="5915166"/>
            <a:ext cx="766902" cy="766902"/>
          </a:xfrm>
          <a:prstGeom prst="rect">
            <a:avLst/>
          </a:prstGeom>
        </p:spPr>
      </p:pic>
      <p:pic>
        <p:nvPicPr>
          <p:cNvPr id="3" name="Sonido grabado">
            <a:hlinkClick r:id="" action="ppaction://media"/>
            <a:extLst>
              <a:ext uri="{FF2B5EF4-FFF2-40B4-BE49-F238E27FC236}">
                <a16:creationId xmlns:a16="http://schemas.microsoft.com/office/drawing/2014/main" id="{376D50EC-00A9-49BA-A6C8-85B79C78FF35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3677715" y="5983449"/>
            <a:ext cx="722480" cy="722480"/>
          </a:xfrm>
          <a:prstGeom prst="rect">
            <a:avLst/>
          </a:prstGeom>
        </p:spPr>
      </p:pic>
      <p:pic>
        <p:nvPicPr>
          <p:cNvPr id="4" name="Sonido grabado">
            <a:hlinkClick r:id="" action="ppaction://media"/>
            <a:extLst>
              <a:ext uri="{FF2B5EF4-FFF2-40B4-BE49-F238E27FC236}">
                <a16:creationId xmlns:a16="http://schemas.microsoft.com/office/drawing/2014/main" id="{DF1180D7-D855-49BF-B84E-B796F6081F1B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5461597" y="6020581"/>
            <a:ext cx="750836" cy="750836"/>
          </a:xfrm>
          <a:prstGeom prst="rect">
            <a:avLst/>
          </a:prstGeom>
        </p:spPr>
      </p:pic>
      <p:pic>
        <p:nvPicPr>
          <p:cNvPr id="5" name="Sonido grabado">
            <a:hlinkClick r:id="" action="ppaction://media"/>
            <a:extLst>
              <a:ext uri="{FF2B5EF4-FFF2-40B4-BE49-F238E27FC236}">
                <a16:creationId xmlns:a16="http://schemas.microsoft.com/office/drawing/2014/main" id="{44B85642-227D-4B34-9D86-890126AB779F}"/>
              </a:ext>
            </a:extLst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7416389" y="5975274"/>
            <a:ext cx="644102" cy="644102"/>
          </a:xfrm>
          <a:prstGeom prst="rect">
            <a:avLst/>
          </a:prstGeom>
        </p:spPr>
      </p:pic>
      <p:pic>
        <p:nvPicPr>
          <p:cNvPr id="6" name="Sonido grabado">
            <a:hlinkClick r:id="" action="ppaction://media"/>
            <a:extLst>
              <a:ext uri="{FF2B5EF4-FFF2-40B4-BE49-F238E27FC236}">
                <a16:creationId xmlns:a16="http://schemas.microsoft.com/office/drawing/2014/main" id="{C580A67B-7738-4CAF-97F3-965D0A6CB198}"/>
              </a:ext>
            </a:extLst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9209205" y="5931232"/>
            <a:ext cx="775270" cy="775270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6" dur="8439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0" dur="9509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4" dur="8485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8" dur="12154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52" dur="1408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5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5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  <p:audio>
              <p:cMediaNode vol="80000">
                <p:cTn id="5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audio>
              <p:cMediaNode vol="80000">
                <p:cTn id="5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>
                <p:cTn id="5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1405</TotalTime>
  <Words>89</Words>
  <Application>Microsoft Office PowerPoint</Application>
  <PresentationFormat>Panorámica</PresentationFormat>
  <Paragraphs>33</Paragraphs>
  <Slides>5</Slides>
  <Notes>2</Notes>
  <HiddenSlides>0</HiddenSlides>
  <MMClips>15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2" baseType="lpstr">
      <vt:lpstr>Arial</vt:lpstr>
      <vt:lpstr>Arial</vt:lpstr>
      <vt:lpstr>Calibri</vt:lpstr>
      <vt:lpstr>Calibri Light</vt:lpstr>
      <vt:lpstr>Comic Sans MS</vt:lpstr>
      <vt:lpstr>Symbol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saimon A ramirez G</dc:creator>
  <cp:lastModifiedBy>Paula Tabares</cp:lastModifiedBy>
  <cp:revision>412</cp:revision>
  <dcterms:created xsi:type="dcterms:W3CDTF">2021-04-07T20:19:51Z</dcterms:created>
  <dcterms:modified xsi:type="dcterms:W3CDTF">2026-03-07T16:36:07Z</dcterms:modified>
</cp:coreProperties>
</file>