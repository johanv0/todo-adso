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7" r:id="rId4"/>
    <p:sldId id="256" r:id="rId5"/>
    <p:sldId id="261" r:id="rId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10/03/2026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audio" Target="../media/audio1.wav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microsoft.com/office/2007/relationships/media" Target="../media/media2.m4a"/><Relationship Id="rId7" Type="http://schemas.openxmlformats.org/officeDocument/2006/relationships/slideLayout" Target="../slideLayouts/slideLayout1.xml"/><Relationship Id="rId12" Type="http://schemas.openxmlformats.org/officeDocument/2006/relationships/audio" Target="../media/audio1.wav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audio" Target="../media/media3.m4a"/><Relationship Id="rId11" Type="http://schemas.openxmlformats.org/officeDocument/2006/relationships/image" Target="../media/image11.gif"/><Relationship Id="rId5" Type="http://schemas.microsoft.com/office/2007/relationships/media" Target="../media/media3.m4a"/><Relationship Id="rId10" Type="http://schemas.openxmlformats.org/officeDocument/2006/relationships/image" Target="../media/image10.png"/><Relationship Id="rId4" Type="http://schemas.openxmlformats.org/officeDocument/2006/relationships/audio" Target="../media/media2.m4a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audio" Target="../media/audio1.wav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0.png"/><Relationship Id="rId5" Type="http://schemas.openxmlformats.org/officeDocument/2006/relationships/image" Target="../media/image11.gif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DB927006-7CEC-4366-BEBD-1F772DA1B055}"/>
              </a:ext>
            </a:extLst>
          </p:cNvPr>
          <p:cNvSpPr/>
          <p:nvPr/>
        </p:nvSpPr>
        <p:spPr>
          <a:xfrm rot="5637655">
            <a:off x="1536736" y="439334"/>
            <a:ext cx="1192237" cy="728003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C713664-C81E-43F7-88D8-EA894B5C3181}"/>
              </a:ext>
            </a:extLst>
          </p:cNvPr>
          <p:cNvSpPr/>
          <p:nvPr/>
        </p:nvSpPr>
        <p:spPr>
          <a:xfrm rot="5637655">
            <a:off x="6381419" y="732509"/>
            <a:ext cx="1192237" cy="728003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A25FE-130B-4B4C-82C1-1515B9D5943D}"/>
              </a:ext>
            </a:extLst>
          </p:cNvPr>
          <p:cNvSpPr txBox="1"/>
          <p:nvPr/>
        </p:nvSpPr>
        <p:spPr>
          <a:xfrm>
            <a:off x="1029443" y="2007807"/>
            <a:ext cx="1398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4116E-9307-494A-B3C0-5B1E30059A49}"/>
              </a:ext>
            </a:extLst>
          </p:cNvPr>
          <p:cNvSpPr txBox="1"/>
          <p:nvPr/>
        </p:nvSpPr>
        <p:spPr>
          <a:xfrm>
            <a:off x="4403622" y="2309694"/>
            <a:ext cx="4714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8" name="Picture 4" descr="http://www.ccisd.com/cms/lib/TX01000559/Centricity/Domain/52/AG00317_.GIF">
            <a:extLst>
              <a:ext uri="{FF2B5EF4-FFF2-40B4-BE49-F238E27FC236}">
                <a16:creationId xmlns:a16="http://schemas.microsoft.com/office/drawing/2014/main" id="{796A37F6-BC9B-4251-A65D-7BF0B62A857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52" y="4876927"/>
            <a:ext cx="761948" cy="98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1">
            <a:extLst>
              <a:ext uri="{FF2B5EF4-FFF2-40B4-BE49-F238E27FC236}">
                <a16:creationId xmlns:a16="http://schemas.microsoft.com/office/drawing/2014/main" id="{0943779D-E594-4F69-97DD-C1B19161D7E2}"/>
              </a:ext>
            </a:extLst>
          </p:cNvPr>
          <p:cNvSpPr/>
          <p:nvPr/>
        </p:nvSpPr>
        <p:spPr>
          <a:xfrm>
            <a:off x="-1548680" y="3549370"/>
            <a:ext cx="69127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6000" b="1" dirty="0">
                <a:solidFill>
                  <a:srgbClr val="FF0000"/>
                </a:solidFill>
                <a:latin typeface="Comic Sans MS" pitchFamily="66" charset="0"/>
              </a:rPr>
              <a:t>WH</a:t>
            </a:r>
          </a:p>
        </p:txBody>
      </p:sp>
      <p:sp>
        <p:nvSpPr>
          <p:cNvPr id="10" name="Rectángulo 2">
            <a:extLst>
              <a:ext uri="{FF2B5EF4-FFF2-40B4-BE49-F238E27FC236}">
                <a16:creationId xmlns:a16="http://schemas.microsoft.com/office/drawing/2014/main" id="{81E08E90-5874-44C8-8E61-C12CA4C48B8D}"/>
              </a:ext>
            </a:extLst>
          </p:cNvPr>
          <p:cNvSpPr/>
          <p:nvPr/>
        </p:nvSpPr>
        <p:spPr>
          <a:xfrm>
            <a:off x="2699792" y="3645929"/>
            <a:ext cx="69127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6000" b="1" dirty="0" err="1">
                <a:solidFill>
                  <a:srgbClr val="0070C0"/>
                </a:solidFill>
                <a:latin typeface="Comic Sans MS" pitchFamily="66" charset="0"/>
              </a:rPr>
              <a:t>Questions</a:t>
            </a:r>
            <a:endParaRPr lang="es-CO" sz="6000" b="1" dirty="0">
              <a:solidFill>
                <a:srgbClr val="0070C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88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4222114"/>
            <a:ext cx="1971487" cy="221886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9" y="27849"/>
            <a:ext cx="1749706" cy="196099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80" y="1988840"/>
            <a:ext cx="1866536" cy="208823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9" y="4231760"/>
            <a:ext cx="2077474" cy="234423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0972" y="4365104"/>
            <a:ext cx="1944216" cy="229196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2160" y="188640"/>
            <a:ext cx="2317784" cy="2605261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683AAE1-F634-4B01-A876-F11037161CCC}"/>
              </a:ext>
            </a:extLst>
          </p:cNvPr>
          <p:cNvSpPr/>
          <p:nvPr/>
        </p:nvSpPr>
        <p:spPr>
          <a:xfrm rot="9046110">
            <a:off x="2428133" y="378786"/>
            <a:ext cx="813663" cy="326967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0A4ABE-938B-4CA2-B85C-15870269E60A}"/>
              </a:ext>
            </a:extLst>
          </p:cNvPr>
          <p:cNvSpPr/>
          <p:nvPr/>
        </p:nvSpPr>
        <p:spPr>
          <a:xfrm rot="9046110">
            <a:off x="4408740" y="1669124"/>
            <a:ext cx="813663" cy="326967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9C91930-D8B1-4B99-9BAF-F155EFE05E92}"/>
              </a:ext>
            </a:extLst>
          </p:cNvPr>
          <p:cNvSpPr/>
          <p:nvPr/>
        </p:nvSpPr>
        <p:spPr>
          <a:xfrm rot="9046110">
            <a:off x="8137949" y="3726940"/>
            <a:ext cx="813663" cy="326967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9EB1393-076C-4E9D-BECB-6363A6DDE5EF}"/>
              </a:ext>
            </a:extLst>
          </p:cNvPr>
          <p:cNvSpPr/>
          <p:nvPr/>
        </p:nvSpPr>
        <p:spPr>
          <a:xfrm rot="9046110">
            <a:off x="1864114" y="3860284"/>
            <a:ext cx="813663" cy="326967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3AF7302-3397-438F-BDC0-B19B69FD9BF1}"/>
              </a:ext>
            </a:extLst>
          </p:cNvPr>
          <p:cNvSpPr/>
          <p:nvPr/>
        </p:nvSpPr>
        <p:spPr>
          <a:xfrm rot="9046110">
            <a:off x="4885225" y="4254924"/>
            <a:ext cx="813663" cy="326967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03D9954-62E5-47C4-BAD0-C387BF35A8FB}"/>
              </a:ext>
            </a:extLst>
          </p:cNvPr>
          <p:cNvSpPr/>
          <p:nvPr/>
        </p:nvSpPr>
        <p:spPr>
          <a:xfrm rot="9046110">
            <a:off x="2469761" y="1953306"/>
            <a:ext cx="813663" cy="326967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8F791F-157E-4387-A5DD-4F49EFFAB8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529" y="2602141"/>
            <a:ext cx="2799852" cy="964073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32A0AFEE-716E-44D0-8EF2-9057F586C286}"/>
              </a:ext>
            </a:extLst>
          </p:cNvPr>
          <p:cNvSpPr/>
          <p:nvPr/>
        </p:nvSpPr>
        <p:spPr>
          <a:xfrm rot="9046110">
            <a:off x="8152879" y="366493"/>
            <a:ext cx="813663" cy="326967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mera.wav"/>
          </p:stSnd>
        </p:sndAc>
      </p:transition>
    </mc:Choice>
    <mc:Fallback xmlns="">
      <p:transition spd="slow">
        <p:sndAc>
          <p:stSnd>
            <p:snd r:embed="rId10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/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85720" y="142852"/>
            <a:ext cx="8715404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3 Conector recto de flecha"/>
          <p:cNvCxnSpPr/>
          <p:nvPr/>
        </p:nvCxnSpPr>
        <p:spPr>
          <a:xfrm>
            <a:off x="3000364" y="1928802"/>
            <a:ext cx="2772000" cy="360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4 Conector recto de flecha"/>
          <p:cNvCxnSpPr/>
          <p:nvPr/>
        </p:nvCxnSpPr>
        <p:spPr>
          <a:xfrm>
            <a:off x="3000364" y="2643182"/>
            <a:ext cx="2428892" cy="714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5 Conector recto de flecha"/>
          <p:cNvCxnSpPr/>
          <p:nvPr/>
        </p:nvCxnSpPr>
        <p:spPr>
          <a:xfrm>
            <a:off x="2928926" y="3286124"/>
            <a:ext cx="257176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>
            <a:off x="2714612" y="4000504"/>
            <a:ext cx="2714644" cy="21431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7 Conector recto de flecha"/>
          <p:cNvCxnSpPr/>
          <p:nvPr/>
        </p:nvCxnSpPr>
        <p:spPr>
          <a:xfrm flipV="1">
            <a:off x="2643174" y="3786190"/>
            <a:ext cx="3000396" cy="9286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/>
          <p:nvPr/>
        </p:nvCxnSpPr>
        <p:spPr>
          <a:xfrm flipV="1">
            <a:off x="2786050" y="5286388"/>
            <a:ext cx="2928958" cy="714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 flipV="1">
            <a:off x="2928926" y="4786322"/>
            <a:ext cx="2643206" cy="12858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E1E4C64-3B9C-43A7-B2C1-E827FBDB7B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28384" y="1347160"/>
            <a:ext cx="609600" cy="609600"/>
          </a:xfrm>
          <a:prstGeom prst="rect">
            <a:avLst/>
          </a:prstGeom>
        </p:spPr>
      </p:pic>
      <p:pic>
        <p:nvPicPr>
          <p:cNvPr id="12" name="Picture 2" descr="Transition between volume_up and volume_down icons - Stack Overflow">
            <a:extLst>
              <a:ext uri="{FF2B5EF4-FFF2-40B4-BE49-F238E27FC236}">
                <a16:creationId xmlns:a16="http://schemas.microsoft.com/office/drawing/2014/main" id="{7B082C16-893D-4D47-BD31-67DCBCA518E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89" y="0"/>
            <a:ext cx="800599" cy="80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67817AD-0255-091F-70A2-2AD4D2EE9BC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28384" y="5767406"/>
            <a:ext cx="609600" cy="609600"/>
          </a:xfrm>
          <a:prstGeom prst="rect">
            <a:avLst/>
          </a:prstGeom>
        </p:spPr>
      </p:pic>
      <p:pic>
        <p:nvPicPr>
          <p:cNvPr id="1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9EE371E-E3B1-CAEC-8892-FEE4CDED049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8" name="camera.wav"/>
          </p:stSnd>
        </p:sndAc>
      </p:transition>
    </mc:Choice>
    <mc:Fallback xmlns="">
      <p:transition spd="slow">
        <p:sndAc>
          <p:stSnd>
            <p:snd r:embed="rId1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031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223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9" dur="140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CuadroTexto">
            <a:extLst>
              <a:ext uri="{FF2B5EF4-FFF2-40B4-BE49-F238E27FC236}">
                <a16:creationId xmlns:a16="http://schemas.microsoft.com/office/drawing/2014/main" id="{A18770DA-4DC8-4A60-9682-3575BB62DCED}"/>
              </a:ext>
            </a:extLst>
          </p:cNvPr>
          <p:cNvSpPr txBox="1"/>
          <p:nvPr/>
        </p:nvSpPr>
        <p:spPr>
          <a:xfrm>
            <a:off x="2152527" y="809387"/>
            <a:ext cx="71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your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favorite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food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7" name="2 CuadroTexto">
            <a:extLst>
              <a:ext uri="{FF2B5EF4-FFF2-40B4-BE49-F238E27FC236}">
                <a16:creationId xmlns:a16="http://schemas.microsoft.com/office/drawing/2014/main" id="{9BECEA50-AACA-419C-B081-7B3CC3D576D5}"/>
              </a:ext>
            </a:extLst>
          </p:cNvPr>
          <p:cNvSpPr txBox="1"/>
          <p:nvPr/>
        </p:nvSpPr>
        <p:spPr>
          <a:xfrm>
            <a:off x="2025708" y="116632"/>
            <a:ext cx="4778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err="1">
                <a:latin typeface="Comic Sans MS" pitchFamily="66" charset="0"/>
              </a:rPr>
              <a:t>Let`s</a:t>
            </a:r>
            <a:r>
              <a:rPr lang="es-CO" sz="2400" b="1" dirty="0">
                <a:latin typeface="Comic Sans MS" pitchFamily="66" charset="0"/>
              </a:rPr>
              <a:t> </a:t>
            </a:r>
            <a:r>
              <a:rPr lang="es-CO" sz="2400" b="1" dirty="0" err="1">
                <a:latin typeface="Comic Sans MS" pitchFamily="66" charset="0"/>
              </a:rPr>
              <a:t>ask</a:t>
            </a:r>
            <a:r>
              <a:rPr lang="es-CO" sz="2400" b="1" dirty="0">
                <a:latin typeface="Comic Sans MS" pitchFamily="66" charset="0"/>
              </a:rPr>
              <a:t> </a:t>
            </a:r>
            <a:r>
              <a:rPr lang="es-CO" sz="2400" b="1" dirty="0" err="1">
                <a:latin typeface="Comic Sans MS" pitchFamily="66" charset="0"/>
              </a:rPr>
              <a:t>questions</a:t>
            </a:r>
            <a:r>
              <a:rPr lang="es-CO" sz="2400" b="1" dirty="0">
                <a:latin typeface="Comic Sans MS" pitchFamily="66" charset="0"/>
              </a:rPr>
              <a:t>  !!!</a:t>
            </a:r>
          </a:p>
        </p:txBody>
      </p:sp>
      <p:sp>
        <p:nvSpPr>
          <p:cNvPr id="8" name="2 CuadroTexto">
            <a:extLst>
              <a:ext uri="{FF2B5EF4-FFF2-40B4-BE49-F238E27FC236}">
                <a16:creationId xmlns:a16="http://schemas.microsoft.com/office/drawing/2014/main" id="{C11222F5-C156-46CF-8538-00A9BECFB29D}"/>
              </a:ext>
            </a:extLst>
          </p:cNvPr>
          <p:cNvSpPr txBox="1"/>
          <p:nvPr/>
        </p:nvSpPr>
        <p:spPr>
          <a:xfrm>
            <a:off x="2267322" y="1772816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your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birthday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9" name="2 CuadroTexto">
            <a:extLst>
              <a:ext uri="{FF2B5EF4-FFF2-40B4-BE49-F238E27FC236}">
                <a16:creationId xmlns:a16="http://schemas.microsoft.com/office/drawing/2014/main" id="{A9B00C9F-BC96-4F40-80BD-6B7280613E8C}"/>
              </a:ext>
            </a:extLst>
          </p:cNvPr>
          <p:cNvSpPr txBox="1"/>
          <p:nvPr/>
        </p:nvSpPr>
        <p:spPr>
          <a:xfrm>
            <a:off x="2267322" y="2581117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are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the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car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keys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10" name="2 CuadroTexto">
            <a:extLst>
              <a:ext uri="{FF2B5EF4-FFF2-40B4-BE49-F238E27FC236}">
                <a16:creationId xmlns:a16="http://schemas.microsoft.com/office/drawing/2014/main" id="{62E1AC38-585C-43CA-8025-379925B469DF}"/>
              </a:ext>
            </a:extLst>
          </p:cNvPr>
          <p:cNvSpPr txBox="1"/>
          <p:nvPr/>
        </p:nvSpPr>
        <p:spPr>
          <a:xfrm>
            <a:off x="2383087" y="3429000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are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you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bored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11" name="2 CuadroTexto">
            <a:extLst>
              <a:ext uri="{FF2B5EF4-FFF2-40B4-BE49-F238E27FC236}">
                <a16:creationId xmlns:a16="http://schemas.microsoft.com/office/drawing/2014/main" id="{2EE8B5C8-FDF3-4C84-AAB5-17FD108A1FCE}"/>
              </a:ext>
            </a:extLst>
          </p:cNvPr>
          <p:cNvSpPr txBox="1"/>
          <p:nvPr/>
        </p:nvSpPr>
        <p:spPr>
          <a:xfrm>
            <a:off x="2468714" y="4044492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at home?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763980-4AEE-40AC-BE1D-ED34ACF50812}"/>
              </a:ext>
            </a:extLst>
          </p:cNvPr>
          <p:cNvSpPr txBox="1"/>
          <p:nvPr/>
        </p:nvSpPr>
        <p:spPr>
          <a:xfrm>
            <a:off x="0" y="932498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7D54B-FC77-4312-9472-FD2A1505F2CC}"/>
              </a:ext>
            </a:extLst>
          </p:cNvPr>
          <p:cNvSpPr txBox="1"/>
          <p:nvPr/>
        </p:nvSpPr>
        <p:spPr>
          <a:xfrm>
            <a:off x="0" y="1896663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D56DE-5A0B-4296-8881-4E7515CB618F}"/>
              </a:ext>
            </a:extLst>
          </p:cNvPr>
          <p:cNvSpPr txBox="1"/>
          <p:nvPr/>
        </p:nvSpPr>
        <p:spPr>
          <a:xfrm>
            <a:off x="-1" y="2707053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1C16C-B911-4408-8C75-7DD77BC4F132}"/>
              </a:ext>
            </a:extLst>
          </p:cNvPr>
          <p:cNvSpPr txBox="1"/>
          <p:nvPr/>
        </p:nvSpPr>
        <p:spPr>
          <a:xfrm>
            <a:off x="16341" y="3488977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6A7844-F1F8-4A50-BA1D-4F4CC48FCBA0}"/>
              </a:ext>
            </a:extLst>
          </p:cNvPr>
          <p:cNvSpPr txBox="1"/>
          <p:nvPr/>
        </p:nvSpPr>
        <p:spPr>
          <a:xfrm>
            <a:off x="51314" y="4130090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7C6223-A42B-4082-94A0-D8260E70DAEE}"/>
              </a:ext>
            </a:extLst>
          </p:cNvPr>
          <p:cNvSpPr txBox="1"/>
          <p:nvPr/>
        </p:nvSpPr>
        <p:spPr>
          <a:xfrm>
            <a:off x="45082" y="4912013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156F03-2838-4D98-BC15-61BBA6DCFBB9}"/>
              </a:ext>
            </a:extLst>
          </p:cNvPr>
          <p:cNvSpPr txBox="1"/>
          <p:nvPr/>
        </p:nvSpPr>
        <p:spPr>
          <a:xfrm>
            <a:off x="20396" y="5592500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2 CuadroTexto">
            <a:extLst>
              <a:ext uri="{FF2B5EF4-FFF2-40B4-BE49-F238E27FC236}">
                <a16:creationId xmlns:a16="http://schemas.microsoft.com/office/drawing/2014/main" id="{B98BFAAA-A145-41E7-8C14-E2A32EE16B60}"/>
              </a:ext>
            </a:extLst>
          </p:cNvPr>
          <p:cNvSpPr txBox="1"/>
          <p:nvPr/>
        </p:nvSpPr>
        <p:spPr>
          <a:xfrm>
            <a:off x="2413049" y="4850458"/>
            <a:ext cx="6883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music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better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, Salsa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or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Merengue?</a:t>
            </a:r>
          </a:p>
        </p:txBody>
      </p:sp>
      <p:sp>
        <p:nvSpPr>
          <p:cNvPr id="20" name="2 CuadroTexto">
            <a:extLst>
              <a:ext uri="{FF2B5EF4-FFF2-40B4-BE49-F238E27FC236}">
                <a16:creationId xmlns:a16="http://schemas.microsoft.com/office/drawing/2014/main" id="{70C88E66-C52F-4116-A744-F932913908E5}"/>
              </a:ext>
            </a:extLst>
          </p:cNvPr>
          <p:cNvSpPr txBox="1"/>
          <p:nvPr/>
        </p:nvSpPr>
        <p:spPr>
          <a:xfrm>
            <a:off x="2260302" y="5507868"/>
            <a:ext cx="5192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was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the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concert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3ECD9B-3ACA-4991-8D5B-408DD19BEC95}"/>
              </a:ext>
            </a:extLst>
          </p:cNvPr>
          <p:cNvSpPr txBox="1"/>
          <p:nvPr/>
        </p:nvSpPr>
        <p:spPr>
          <a:xfrm>
            <a:off x="6906690" y="2381527"/>
            <a:ext cx="21418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AUDIOS</a:t>
            </a:r>
            <a:endParaRPr lang="en-US" sz="2400" dirty="0"/>
          </a:p>
        </p:txBody>
      </p:sp>
      <p:sp>
        <p:nvSpPr>
          <p:cNvPr id="22" name="CuadroTexto 11">
            <a:extLst>
              <a:ext uri="{FF2B5EF4-FFF2-40B4-BE49-F238E27FC236}">
                <a16:creationId xmlns:a16="http://schemas.microsoft.com/office/drawing/2014/main" id="{0F66B453-61B7-4B0D-A3F6-E8C04F0CD705}"/>
              </a:ext>
            </a:extLst>
          </p:cNvPr>
          <p:cNvSpPr txBox="1"/>
          <p:nvPr/>
        </p:nvSpPr>
        <p:spPr>
          <a:xfrm>
            <a:off x="566498" y="1742275"/>
            <a:ext cx="132802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WHEN</a:t>
            </a:r>
            <a:endParaRPr lang="es-CO" sz="1600" b="1" dirty="0"/>
          </a:p>
        </p:txBody>
      </p:sp>
      <p:sp>
        <p:nvSpPr>
          <p:cNvPr id="23" name="CuadroTexto 12">
            <a:extLst>
              <a:ext uri="{FF2B5EF4-FFF2-40B4-BE49-F238E27FC236}">
                <a16:creationId xmlns:a16="http://schemas.microsoft.com/office/drawing/2014/main" id="{C1554EE6-DC4F-4EEF-B84F-651E675D5607}"/>
              </a:ext>
            </a:extLst>
          </p:cNvPr>
          <p:cNvSpPr txBox="1"/>
          <p:nvPr/>
        </p:nvSpPr>
        <p:spPr>
          <a:xfrm>
            <a:off x="589455" y="2705464"/>
            <a:ext cx="109466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WHERE</a:t>
            </a:r>
            <a:endParaRPr lang="es-CO" sz="1600" b="1" dirty="0"/>
          </a:p>
        </p:txBody>
      </p:sp>
      <p:sp>
        <p:nvSpPr>
          <p:cNvPr id="24" name="CuadroTexto 19">
            <a:extLst>
              <a:ext uri="{FF2B5EF4-FFF2-40B4-BE49-F238E27FC236}">
                <a16:creationId xmlns:a16="http://schemas.microsoft.com/office/drawing/2014/main" id="{73C027AA-2E10-44C8-987E-900D75440235}"/>
              </a:ext>
            </a:extLst>
          </p:cNvPr>
          <p:cNvSpPr txBox="1"/>
          <p:nvPr/>
        </p:nvSpPr>
        <p:spPr>
          <a:xfrm>
            <a:off x="641186" y="3409509"/>
            <a:ext cx="116709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WHY</a:t>
            </a:r>
            <a:endParaRPr lang="es-CO" sz="1600" b="1" dirty="0"/>
          </a:p>
        </p:txBody>
      </p:sp>
      <p:sp>
        <p:nvSpPr>
          <p:cNvPr id="25" name="CuadroTexto 20">
            <a:extLst>
              <a:ext uri="{FF2B5EF4-FFF2-40B4-BE49-F238E27FC236}">
                <a16:creationId xmlns:a16="http://schemas.microsoft.com/office/drawing/2014/main" id="{513015D8-0F13-4B34-9317-8C8874D8FE1B}"/>
              </a:ext>
            </a:extLst>
          </p:cNvPr>
          <p:cNvSpPr txBox="1"/>
          <p:nvPr/>
        </p:nvSpPr>
        <p:spPr>
          <a:xfrm>
            <a:off x="625889" y="4106047"/>
            <a:ext cx="119768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WHO</a:t>
            </a:r>
            <a:endParaRPr lang="es-CO" sz="1600" b="1" dirty="0"/>
          </a:p>
        </p:txBody>
      </p:sp>
      <p:sp>
        <p:nvSpPr>
          <p:cNvPr id="26" name="CuadroTexto 21">
            <a:extLst>
              <a:ext uri="{FF2B5EF4-FFF2-40B4-BE49-F238E27FC236}">
                <a16:creationId xmlns:a16="http://schemas.microsoft.com/office/drawing/2014/main" id="{1B1344CA-EA19-416D-B4DA-B4358C6DDB02}"/>
              </a:ext>
            </a:extLst>
          </p:cNvPr>
          <p:cNvSpPr txBox="1"/>
          <p:nvPr/>
        </p:nvSpPr>
        <p:spPr>
          <a:xfrm>
            <a:off x="625889" y="4888649"/>
            <a:ext cx="139491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WHICH</a:t>
            </a:r>
            <a:endParaRPr lang="es-CO" sz="1600" b="1" dirty="0"/>
          </a:p>
        </p:txBody>
      </p:sp>
      <p:sp>
        <p:nvSpPr>
          <p:cNvPr id="27" name="CuadroTexto 22">
            <a:extLst>
              <a:ext uri="{FF2B5EF4-FFF2-40B4-BE49-F238E27FC236}">
                <a16:creationId xmlns:a16="http://schemas.microsoft.com/office/drawing/2014/main" id="{D8DFFCE9-4A1E-4411-BADD-FD2D8F9EB14D}"/>
              </a:ext>
            </a:extLst>
          </p:cNvPr>
          <p:cNvSpPr txBox="1"/>
          <p:nvPr/>
        </p:nvSpPr>
        <p:spPr>
          <a:xfrm>
            <a:off x="539552" y="952793"/>
            <a:ext cx="130414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</a:rPr>
              <a:t>WHICH</a:t>
            </a:r>
            <a:endParaRPr lang="es-CO" sz="1600" b="1" dirty="0"/>
          </a:p>
        </p:txBody>
      </p:sp>
      <p:sp>
        <p:nvSpPr>
          <p:cNvPr id="28" name="CuadroTexto 21">
            <a:extLst>
              <a:ext uri="{FF2B5EF4-FFF2-40B4-BE49-F238E27FC236}">
                <a16:creationId xmlns:a16="http://schemas.microsoft.com/office/drawing/2014/main" id="{82D31F53-A92E-49AE-AB69-0BFFDF70916F}"/>
              </a:ext>
            </a:extLst>
          </p:cNvPr>
          <p:cNvSpPr txBox="1"/>
          <p:nvPr/>
        </p:nvSpPr>
        <p:spPr>
          <a:xfrm>
            <a:off x="641186" y="5506630"/>
            <a:ext cx="139491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WOH</a:t>
            </a:r>
            <a:endParaRPr lang="es-CO" sz="1600" b="1" dirty="0"/>
          </a:p>
        </p:txBody>
      </p:sp>
      <p:pic>
        <p:nvPicPr>
          <p:cNvPr id="2050" name="Picture 2" descr="Transition between volume_up and volume_down icons - Stack Overflow">
            <a:extLst>
              <a:ext uri="{FF2B5EF4-FFF2-40B4-BE49-F238E27FC236}">
                <a16:creationId xmlns:a16="http://schemas.microsoft.com/office/drawing/2014/main" id="{10223D29-A25F-42D9-9D7B-974F0C1DBA9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571" y="1052646"/>
            <a:ext cx="1085622" cy="1085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84A1027-FA67-39F3-7E52-B7182AA5DC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50835" y="3449444"/>
            <a:ext cx="653516" cy="653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4" name="camera.wav"/>
          </p:stSnd>
        </p:sndAc>
      </p:transition>
    </mc:Choice>
    <mc:Fallback xmlns="">
      <p:transition spd="slow">
        <p:sndAc>
          <p:stSnd>
            <p:snd r:embed="rId7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0" dur="1767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CuadroTexto">
            <a:extLst>
              <a:ext uri="{FF2B5EF4-FFF2-40B4-BE49-F238E27FC236}">
                <a16:creationId xmlns:a16="http://schemas.microsoft.com/office/drawing/2014/main" id="{A18770DA-4DC8-4A60-9682-3575BB62DCED}"/>
              </a:ext>
            </a:extLst>
          </p:cNvPr>
          <p:cNvSpPr txBox="1"/>
          <p:nvPr/>
        </p:nvSpPr>
        <p:spPr>
          <a:xfrm>
            <a:off x="2152527" y="809387"/>
            <a:ext cx="71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your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favorite color?</a:t>
            </a:r>
          </a:p>
        </p:txBody>
      </p:sp>
      <p:sp>
        <p:nvSpPr>
          <p:cNvPr id="7" name="2 CuadroTexto">
            <a:extLst>
              <a:ext uri="{FF2B5EF4-FFF2-40B4-BE49-F238E27FC236}">
                <a16:creationId xmlns:a16="http://schemas.microsoft.com/office/drawing/2014/main" id="{9BECEA50-AACA-419C-B081-7B3CC3D576D5}"/>
              </a:ext>
            </a:extLst>
          </p:cNvPr>
          <p:cNvSpPr txBox="1"/>
          <p:nvPr/>
        </p:nvSpPr>
        <p:spPr>
          <a:xfrm>
            <a:off x="3335157" y="181062"/>
            <a:ext cx="4778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Let`s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ask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questions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 !!!</a:t>
            </a:r>
          </a:p>
        </p:txBody>
      </p:sp>
      <p:sp>
        <p:nvSpPr>
          <p:cNvPr id="8" name="2 CuadroTexto">
            <a:extLst>
              <a:ext uri="{FF2B5EF4-FFF2-40B4-BE49-F238E27FC236}">
                <a16:creationId xmlns:a16="http://schemas.microsoft.com/office/drawing/2014/main" id="{C11222F5-C156-46CF-8538-00A9BECFB29D}"/>
              </a:ext>
            </a:extLst>
          </p:cNvPr>
          <p:cNvSpPr txBox="1"/>
          <p:nvPr/>
        </p:nvSpPr>
        <p:spPr>
          <a:xfrm>
            <a:off x="2267322" y="1772816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763980-4AEE-40AC-BE1D-ED34ACF50812}"/>
              </a:ext>
            </a:extLst>
          </p:cNvPr>
          <p:cNvSpPr txBox="1"/>
          <p:nvPr/>
        </p:nvSpPr>
        <p:spPr>
          <a:xfrm>
            <a:off x="0" y="932498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7D54B-FC77-4312-9472-FD2A1505F2CC}"/>
              </a:ext>
            </a:extLst>
          </p:cNvPr>
          <p:cNvSpPr txBox="1"/>
          <p:nvPr/>
        </p:nvSpPr>
        <p:spPr>
          <a:xfrm>
            <a:off x="0" y="1896663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D56DE-5A0B-4296-8881-4E7515CB618F}"/>
              </a:ext>
            </a:extLst>
          </p:cNvPr>
          <p:cNvSpPr txBox="1"/>
          <p:nvPr/>
        </p:nvSpPr>
        <p:spPr>
          <a:xfrm>
            <a:off x="-1" y="2707053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1C16C-B911-4408-8C75-7DD77BC4F132}"/>
              </a:ext>
            </a:extLst>
          </p:cNvPr>
          <p:cNvSpPr txBox="1"/>
          <p:nvPr/>
        </p:nvSpPr>
        <p:spPr>
          <a:xfrm>
            <a:off x="16341" y="3488977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6A7844-F1F8-4A50-BA1D-4F4CC48FCBA0}"/>
              </a:ext>
            </a:extLst>
          </p:cNvPr>
          <p:cNvSpPr txBox="1"/>
          <p:nvPr/>
        </p:nvSpPr>
        <p:spPr>
          <a:xfrm>
            <a:off x="51314" y="4130090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7C6223-A42B-4082-94A0-D8260E70DAEE}"/>
              </a:ext>
            </a:extLst>
          </p:cNvPr>
          <p:cNvSpPr txBox="1"/>
          <p:nvPr/>
        </p:nvSpPr>
        <p:spPr>
          <a:xfrm>
            <a:off x="45082" y="4912013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156F03-2838-4D98-BC15-61BBA6DCFBB9}"/>
              </a:ext>
            </a:extLst>
          </p:cNvPr>
          <p:cNvSpPr txBox="1"/>
          <p:nvPr/>
        </p:nvSpPr>
        <p:spPr>
          <a:xfrm>
            <a:off x="20396" y="5592500"/>
            <a:ext cx="55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5B7B99-CAE2-4776-AD66-9AA45500E7D0}"/>
              </a:ext>
            </a:extLst>
          </p:cNvPr>
          <p:cNvSpPr txBox="1"/>
          <p:nvPr/>
        </p:nvSpPr>
        <p:spPr>
          <a:xfrm>
            <a:off x="-44737" y="-55310"/>
            <a:ext cx="38680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z="4800" b="1" dirty="0">
                <a:solidFill>
                  <a:srgbClr val="00B0F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turn</a:t>
            </a:r>
            <a:r>
              <a:rPr lang="en-US" sz="4800" b="1" dirty="0">
                <a:solidFill>
                  <a:srgbClr val="00B0F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4800" dirty="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E8D43-D268-4F7E-A0CC-4FD428E1B92E}"/>
              </a:ext>
            </a:extLst>
          </p:cNvPr>
          <p:cNvSpPr txBox="1"/>
          <p:nvPr/>
        </p:nvSpPr>
        <p:spPr>
          <a:xfrm>
            <a:off x="6516216" y="3178677"/>
            <a:ext cx="2141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AUDIOS</a:t>
            </a:r>
            <a:endParaRPr lang="en-US" sz="2400" dirty="0"/>
          </a:p>
        </p:txBody>
      </p:sp>
      <p:sp>
        <p:nvSpPr>
          <p:cNvPr id="23" name="CuadroTexto 11">
            <a:extLst>
              <a:ext uri="{FF2B5EF4-FFF2-40B4-BE49-F238E27FC236}">
                <a16:creationId xmlns:a16="http://schemas.microsoft.com/office/drawing/2014/main" id="{445E7914-4DA9-4973-B79B-8AF6EDBD3F53}"/>
              </a:ext>
            </a:extLst>
          </p:cNvPr>
          <p:cNvSpPr txBox="1"/>
          <p:nvPr/>
        </p:nvSpPr>
        <p:spPr>
          <a:xfrm>
            <a:off x="566498" y="1742275"/>
            <a:ext cx="132802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solidFill>
                  <a:srgbClr val="FF0000"/>
                </a:solidFill>
              </a:rPr>
              <a:t>WH</a:t>
            </a:r>
            <a:r>
              <a:rPr lang="es-CO" sz="1600" b="1" dirty="0" err="1"/>
              <a:t>en</a:t>
            </a:r>
            <a:endParaRPr lang="es-CO" sz="1600" b="1" dirty="0"/>
          </a:p>
        </p:txBody>
      </p:sp>
      <p:sp>
        <p:nvSpPr>
          <p:cNvPr id="24" name="CuadroTexto 12">
            <a:extLst>
              <a:ext uri="{FF2B5EF4-FFF2-40B4-BE49-F238E27FC236}">
                <a16:creationId xmlns:a16="http://schemas.microsoft.com/office/drawing/2014/main" id="{183EEB47-5533-401B-9134-49515FAB7BD3}"/>
              </a:ext>
            </a:extLst>
          </p:cNvPr>
          <p:cNvSpPr txBox="1"/>
          <p:nvPr/>
        </p:nvSpPr>
        <p:spPr>
          <a:xfrm>
            <a:off x="589455" y="2705464"/>
            <a:ext cx="109466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solidFill>
                  <a:srgbClr val="FF0000"/>
                </a:solidFill>
              </a:rPr>
              <a:t>WH</a:t>
            </a:r>
            <a:r>
              <a:rPr lang="es-CO" sz="1600" b="1" dirty="0" err="1"/>
              <a:t>ere</a:t>
            </a:r>
            <a:endParaRPr lang="es-CO" sz="1600" b="1" dirty="0"/>
          </a:p>
        </p:txBody>
      </p:sp>
      <p:sp>
        <p:nvSpPr>
          <p:cNvPr id="25" name="CuadroTexto 19">
            <a:extLst>
              <a:ext uri="{FF2B5EF4-FFF2-40B4-BE49-F238E27FC236}">
                <a16:creationId xmlns:a16="http://schemas.microsoft.com/office/drawing/2014/main" id="{043A86E1-E8CB-4CD3-BF8A-F7AD6587DC05}"/>
              </a:ext>
            </a:extLst>
          </p:cNvPr>
          <p:cNvSpPr txBox="1"/>
          <p:nvPr/>
        </p:nvSpPr>
        <p:spPr>
          <a:xfrm>
            <a:off x="641186" y="3409509"/>
            <a:ext cx="116709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solidFill>
                  <a:srgbClr val="FF0000"/>
                </a:solidFill>
              </a:rPr>
              <a:t>WH</a:t>
            </a:r>
            <a:r>
              <a:rPr lang="es-CO" sz="1600" b="1" dirty="0" err="1"/>
              <a:t>y</a:t>
            </a:r>
            <a:endParaRPr lang="es-CO" sz="1600" b="1" dirty="0"/>
          </a:p>
        </p:txBody>
      </p:sp>
      <p:sp>
        <p:nvSpPr>
          <p:cNvPr id="26" name="CuadroTexto 20">
            <a:extLst>
              <a:ext uri="{FF2B5EF4-FFF2-40B4-BE49-F238E27FC236}">
                <a16:creationId xmlns:a16="http://schemas.microsoft.com/office/drawing/2014/main" id="{CEC3E50C-F241-450A-AB6B-7FC9C5509550}"/>
              </a:ext>
            </a:extLst>
          </p:cNvPr>
          <p:cNvSpPr txBox="1"/>
          <p:nvPr/>
        </p:nvSpPr>
        <p:spPr>
          <a:xfrm>
            <a:off x="625889" y="4106047"/>
            <a:ext cx="119768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solidFill>
                  <a:srgbClr val="FF0000"/>
                </a:solidFill>
              </a:rPr>
              <a:t>WH</a:t>
            </a:r>
            <a:r>
              <a:rPr lang="es-CO" sz="1600" b="1" dirty="0" err="1"/>
              <a:t>o</a:t>
            </a:r>
            <a:endParaRPr lang="es-CO" sz="1600" b="1" dirty="0"/>
          </a:p>
        </p:txBody>
      </p:sp>
      <p:sp>
        <p:nvSpPr>
          <p:cNvPr id="27" name="CuadroTexto 21">
            <a:extLst>
              <a:ext uri="{FF2B5EF4-FFF2-40B4-BE49-F238E27FC236}">
                <a16:creationId xmlns:a16="http://schemas.microsoft.com/office/drawing/2014/main" id="{B87B2413-1EED-44CF-9E09-1F8CDF8ACFBD}"/>
              </a:ext>
            </a:extLst>
          </p:cNvPr>
          <p:cNvSpPr txBox="1"/>
          <p:nvPr/>
        </p:nvSpPr>
        <p:spPr>
          <a:xfrm>
            <a:off x="625889" y="4869160"/>
            <a:ext cx="139491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solidFill>
                  <a:srgbClr val="FF0000"/>
                </a:solidFill>
              </a:rPr>
              <a:t>WH</a:t>
            </a:r>
            <a:r>
              <a:rPr lang="es-CO" sz="1600" b="1" dirty="0" err="1"/>
              <a:t>ich</a:t>
            </a:r>
            <a:endParaRPr lang="es-CO" sz="1600" b="1" dirty="0"/>
          </a:p>
        </p:txBody>
      </p:sp>
      <p:sp>
        <p:nvSpPr>
          <p:cNvPr id="28" name="CuadroTexto 22">
            <a:extLst>
              <a:ext uri="{FF2B5EF4-FFF2-40B4-BE49-F238E27FC236}">
                <a16:creationId xmlns:a16="http://schemas.microsoft.com/office/drawing/2014/main" id="{73CB3EF9-E8B9-47AD-912E-D101D5B6B12A}"/>
              </a:ext>
            </a:extLst>
          </p:cNvPr>
          <p:cNvSpPr txBox="1"/>
          <p:nvPr/>
        </p:nvSpPr>
        <p:spPr>
          <a:xfrm>
            <a:off x="561102" y="952793"/>
            <a:ext cx="130414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2400" b="1" dirty="0" err="1">
                <a:solidFill>
                  <a:srgbClr val="FF0000"/>
                </a:solidFill>
              </a:rPr>
              <a:t>WH</a:t>
            </a:r>
            <a:r>
              <a:rPr lang="es-CO" sz="1600" b="1" dirty="0" err="1"/>
              <a:t>at</a:t>
            </a:r>
            <a:endParaRPr lang="es-CO" sz="1600" b="1" dirty="0"/>
          </a:p>
        </p:txBody>
      </p:sp>
      <p:sp>
        <p:nvSpPr>
          <p:cNvPr id="29" name="CuadroTexto 21">
            <a:extLst>
              <a:ext uri="{FF2B5EF4-FFF2-40B4-BE49-F238E27FC236}">
                <a16:creationId xmlns:a16="http://schemas.microsoft.com/office/drawing/2014/main" id="{5C15E7A3-3DFA-4FF6-BF0F-D5D9DC901379}"/>
              </a:ext>
            </a:extLst>
          </p:cNvPr>
          <p:cNvSpPr txBox="1"/>
          <p:nvPr/>
        </p:nvSpPr>
        <p:spPr>
          <a:xfrm>
            <a:off x="641186" y="5506630"/>
            <a:ext cx="139491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solidFill>
                  <a:srgbClr val="FF0000"/>
                </a:solidFill>
              </a:rPr>
              <a:t>H</a:t>
            </a:r>
            <a:r>
              <a:rPr lang="es-CO" sz="1600" b="1" dirty="0" err="1"/>
              <a:t>ow</a:t>
            </a:r>
            <a:endParaRPr lang="es-CO" sz="160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7DD7613-743A-42D2-8640-9750EA123DF6}"/>
              </a:ext>
            </a:extLst>
          </p:cNvPr>
          <p:cNvSpPr txBox="1"/>
          <p:nvPr/>
        </p:nvSpPr>
        <p:spPr>
          <a:xfrm>
            <a:off x="3131840" y="1834010"/>
            <a:ext cx="4824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your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graduation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  <a:endParaRPr lang="es-CO" sz="2400" dirty="0"/>
          </a:p>
        </p:txBody>
      </p:sp>
      <p:sp>
        <p:nvSpPr>
          <p:cNvPr id="31" name="2 CuadroTexto">
            <a:extLst>
              <a:ext uri="{FF2B5EF4-FFF2-40B4-BE49-F238E27FC236}">
                <a16:creationId xmlns:a16="http://schemas.microsoft.com/office/drawing/2014/main" id="{9D688F8E-8E43-4223-8B6C-255F008A150D}"/>
              </a:ext>
            </a:extLst>
          </p:cNvPr>
          <p:cNvSpPr txBox="1"/>
          <p:nvPr/>
        </p:nvSpPr>
        <p:spPr>
          <a:xfrm>
            <a:off x="2220255" y="2657422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are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the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home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keys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32" name="2 CuadroTexto">
            <a:extLst>
              <a:ext uri="{FF2B5EF4-FFF2-40B4-BE49-F238E27FC236}">
                <a16:creationId xmlns:a16="http://schemas.microsoft.com/office/drawing/2014/main" id="{B51A9774-0BAD-4F48-A0EE-1C486CAA15E5}"/>
              </a:ext>
            </a:extLst>
          </p:cNvPr>
          <p:cNvSpPr txBox="1"/>
          <p:nvPr/>
        </p:nvSpPr>
        <p:spPr>
          <a:xfrm>
            <a:off x="2383087" y="3429000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are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you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happy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33" name="2 CuadroTexto">
            <a:extLst>
              <a:ext uri="{FF2B5EF4-FFF2-40B4-BE49-F238E27FC236}">
                <a16:creationId xmlns:a16="http://schemas.microsoft.com/office/drawing/2014/main" id="{192106A6-EB27-4D97-ADC0-3BE393D593C1}"/>
              </a:ext>
            </a:extLst>
          </p:cNvPr>
          <p:cNvSpPr txBox="1"/>
          <p:nvPr/>
        </p:nvSpPr>
        <p:spPr>
          <a:xfrm>
            <a:off x="2468714" y="4044492"/>
            <a:ext cx="450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at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clasroom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34" name="2 CuadroTexto">
            <a:extLst>
              <a:ext uri="{FF2B5EF4-FFF2-40B4-BE49-F238E27FC236}">
                <a16:creationId xmlns:a16="http://schemas.microsoft.com/office/drawing/2014/main" id="{551C8EFB-9B0E-4108-AB2D-AB2D2BDC0356}"/>
              </a:ext>
            </a:extLst>
          </p:cNvPr>
          <p:cNvSpPr txBox="1"/>
          <p:nvPr/>
        </p:nvSpPr>
        <p:spPr>
          <a:xfrm>
            <a:off x="2413049" y="4850458"/>
            <a:ext cx="6883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music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better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, corridos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or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rap?</a:t>
            </a:r>
          </a:p>
        </p:txBody>
      </p:sp>
      <p:sp>
        <p:nvSpPr>
          <p:cNvPr id="35" name="2 CuadroTexto">
            <a:extLst>
              <a:ext uri="{FF2B5EF4-FFF2-40B4-BE49-F238E27FC236}">
                <a16:creationId xmlns:a16="http://schemas.microsoft.com/office/drawing/2014/main" id="{930DE512-1A02-4079-8877-60D18191CF3F}"/>
              </a:ext>
            </a:extLst>
          </p:cNvPr>
          <p:cNvSpPr txBox="1"/>
          <p:nvPr/>
        </p:nvSpPr>
        <p:spPr>
          <a:xfrm>
            <a:off x="2260302" y="5507868"/>
            <a:ext cx="5192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____ </a:t>
            </a:r>
            <a:r>
              <a:rPr lang="es-CO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was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the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s-CO" sz="2400" b="1" dirty="0" err="1">
                <a:solidFill>
                  <a:srgbClr val="FF0000"/>
                </a:solidFill>
                <a:latin typeface="Comic Sans MS" pitchFamily="66" charset="0"/>
              </a:rPr>
              <a:t>class</a:t>
            </a:r>
            <a:r>
              <a:rPr lang="es-CO" sz="24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8541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mera.wav"/>
          </p:stSnd>
        </p:sndAc>
      </p:transition>
    </mc:Choice>
    <mc:Fallback xmlns="">
      <p:transition spd="slow">
        <p:sndAc>
          <p:stSnd>
            <p:snd r:embed="rId4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/>
      <p:bldP spid="32" grpId="0"/>
      <p:bldP spid="33" grpId="0"/>
      <p:bldP spid="34" grpId="0"/>
      <p:bldP spid="35" grpId="0"/>
    </p:bld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132</Words>
  <Application>Microsoft Office PowerPoint</Application>
  <PresentationFormat>Presentación en pantalla (4:3)</PresentationFormat>
  <Paragraphs>52</Paragraphs>
  <Slides>5</Slides>
  <Notes>0</Notes>
  <HiddenSlides>0</HiddenSlides>
  <MMClips>4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Comic Sans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ASPEN R6</dc:creator>
  <cp:lastModifiedBy>Paula Tabares</cp:lastModifiedBy>
  <cp:revision>58</cp:revision>
  <dcterms:created xsi:type="dcterms:W3CDTF">2015-05-22T20:07:53Z</dcterms:created>
  <dcterms:modified xsi:type="dcterms:W3CDTF">2026-03-10T14:36:29Z</dcterms:modified>
</cp:coreProperties>
</file>